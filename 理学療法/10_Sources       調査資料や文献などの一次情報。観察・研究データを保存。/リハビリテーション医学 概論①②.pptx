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24" r:id="rId3"/>
    <p:sldId id="270" r:id="rId4"/>
    <p:sldId id="322" r:id="rId5"/>
    <p:sldId id="257" r:id="rId6"/>
    <p:sldId id="311" r:id="rId7"/>
    <p:sldId id="312" r:id="rId8"/>
    <p:sldId id="315" r:id="rId9"/>
    <p:sldId id="314" r:id="rId10"/>
    <p:sldId id="321" r:id="rId11"/>
    <p:sldId id="317" r:id="rId12"/>
    <p:sldId id="318" r:id="rId13"/>
    <p:sldId id="323" r:id="rId14"/>
    <p:sldId id="325" r:id="rId15"/>
    <p:sldId id="327" r:id="rId16"/>
    <p:sldId id="329" r:id="rId17"/>
    <p:sldId id="330" r:id="rId18"/>
    <p:sldId id="332" r:id="rId19"/>
    <p:sldId id="351" r:id="rId20"/>
    <p:sldId id="346" r:id="rId21"/>
    <p:sldId id="347" r:id="rId22"/>
    <p:sldId id="348" r:id="rId23"/>
    <p:sldId id="349" r:id="rId24"/>
    <p:sldId id="350" r:id="rId25"/>
    <p:sldId id="331" r:id="rId26"/>
    <p:sldId id="328" r:id="rId27"/>
    <p:sldId id="334" r:id="rId28"/>
    <p:sldId id="337" r:id="rId29"/>
    <p:sldId id="338" r:id="rId30"/>
    <p:sldId id="341" r:id="rId31"/>
    <p:sldId id="342" r:id="rId32"/>
    <p:sldId id="339" r:id="rId33"/>
    <p:sldId id="340" r:id="rId34"/>
    <p:sldId id="345" r:id="rId35"/>
    <p:sldId id="343" r:id="rId36"/>
    <p:sldId id="344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FC6608-7F9B-408C-B9A1-DAFA5011C79C}" v="365" dt="2026-02-18T07:14:35.3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大地 小川" userId="a6da3c8378232b48" providerId="LiveId" clId="{217EE47A-543E-44CF-82F7-05B0EAB7D1DD}"/>
    <pc:docChg chg="undo redo custSel addSld delSld modSld sldOrd">
      <pc:chgData name="大地 小川" userId="a6da3c8378232b48" providerId="LiveId" clId="{217EE47A-543E-44CF-82F7-05B0EAB7D1DD}" dt="2026-03-01T10:16:22.069" v="11224" actId="20577"/>
      <pc:docMkLst>
        <pc:docMk/>
      </pc:docMkLst>
      <pc:sldChg chg="modSp mod">
        <pc:chgData name="大地 小川" userId="a6da3c8378232b48" providerId="LiveId" clId="{217EE47A-543E-44CF-82F7-05B0EAB7D1DD}" dt="2026-02-18T07:16:00.661" v="11007" actId="20577"/>
        <pc:sldMkLst>
          <pc:docMk/>
          <pc:sldMk cId="2678890242" sldId="256"/>
        </pc:sldMkLst>
        <pc:spChg chg="mod">
          <ac:chgData name="大地 小川" userId="a6da3c8378232b48" providerId="LiveId" clId="{217EE47A-543E-44CF-82F7-05B0EAB7D1DD}" dt="2026-02-18T07:16:00.661" v="11007" actId="20577"/>
          <ac:spMkLst>
            <pc:docMk/>
            <pc:sldMk cId="2678890242" sldId="256"/>
            <ac:spMk id="2" creationId="{403A38E0-50FC-01F7-1523-E95DBD522E61}"/>
          </ac:spMkLst>
        </pc:spChg>
      </pc:sldChg>
      <pc:sldChg chg="modSp mod">
        <pc:chgData name="大地 小川" userId="a6da3c8378232b48" providerId="LiveId" clId="{217EE47A-543E-44CF-82F7-05B0EAB7D1DD}" dt="2026-02-10T16:42:10.689" v="3449" actId="13822"/>
        <pc:sldMkLst>
          <pc:docMk/>
          <pc:sldMk cId="3591671520" sldId="257"/>
        </pc:sldMkLst>
        <pc:spChg chg="mod">
          <ac:chgData name="大地 小川" userId="a6da3c8378232b48" providerId="LiveId" clId="{217EE47A-543E-44CF-82F7-05B0EAB7D1DD}" dt="2026-02-10T16:42:10.689" v="3449" actId="13822"/>
          <ac:spMkLst>
            <pc:docMk/>
            <pc:sldMk cId="3591671520" sldId="257"/>
            <ac:spMk id="7" creationId="{1561912A-1768-FEF4-95A2-8E5B62057D7A}"/>
          </ac:spMkLst>
        </pc:spChg>
        <pc:graphicFrameChg chg="mod">
          <ac:chgData name="大地 小川" userId="a6da3c8378232b48" providerId="LiveId" clId="{217EE47A-543E-44CF-82F7-05B0EAB7D1DD}" dt="2026-02-10T16:42:01.389" v="3448" actId="13822"/>
          <ac:graphicFrameMkLst>
            <pc:docMk/>
            <pc:sldMk cId="3591671520" sldId="257"/>
            <ac:graphicFrameMk id="8" creationId="{A9969FD3-7A93-333C-5D34-6C26CB493A8B}"/>
          </ac:graphicFrameMkLst>
        </pc:graphicFrameChg>
      </pc:sldChg>
      <pc:sldChg chg="modSp mod">
        <pc:chgData name="大地 小川" userId="a6da3c8378232b48" providerId="LiveId" clId="{217EE47A-543E-44CF-82F7-05B0EAB7D1DD}" dt="2026-03-01T10:16:22.069" v="11224" actId="20577"/>
        <pc:sldMkLst>
          <pc:docMk/>
          <pc:sldMk cId="598434610" sldId="270"/>
        </pc:sldMkLst>
        <pc:spChg chg="mod">
          <ac:chgData name="大地 小川" userId="a6da3c8378232b48" providerId="LiveId" clId="{217EE47A-543E-44CF-82F7-05B0EAB7D1DD}" dt="2026-03-01T10:16:22.069" v="11224" actId="20577"/>
          <ac:spMkLst>
            <pc:docMk/>
            <pc:sldMk cId="598434610" sldId="270"/>
            <ac:spMk id="4" creationId="{640426B4-293D-1B15-9AC4-1FF002256BB7}"/>
          </ac:spMkLst>
        </pc:spChg>
      </pc:sldChg>
      <pc:sldChg chg="modSp add mod">
        <pc:chgData name="大地 小川" userId="a6da3c8378232b48" providerId="LiveId" clId="{217EE47A-543E-44CF-82F7-05B0EAB7D1DD}" dt="2026-02-10T16:44:26.278" v="3469" actId="13822"/>
        <pc:sldMkLst>
          <pc:docMk/>
          <pc:sldMk cId="1907744444" sldId="311"/>
        </pc:sldMkLst>
        <pc:spChg chg="mod">
          <ac:chgData name="大地 小川" userId="a6da3c8378232b48" providerId="LiveId" clId="{217EE47A-543E-44CF-82F7-05B0EAB7D1DD}" dt="2026-02-10T16:44:26.278" v="3469" actId="13822"/>
          <ac:spMkLst>
            <pc:docMk/>
            <pc:sldMk cId="1907744444" sldId="311"/>
            <ac:spMk id="7" creationId="{167333A8-B121-2ED5-2817-C4B0C5AE3C1C}"/>
          </ac:spMkLst>
        </pc:spChg>
        <pc:spChg chg="mod">
          <ac:chgData name="大地 小川" userId="a6da3c8378232b48" providerId="LiveId" clId="{217EE47A-543E-44CF-82F7-05B0EAB7D1DD}" dt="2026-02-10T14:15:21.284" v="255" actId="1076"/>
          <ac:spMkLst>
            <pc:docMk/>
            <pc:sldMk cId="1907744444" sldId="311"/>
            <ac:spMk id="9" creationId="{778ACD68-64AD-062B-626D-E4B8EBC2B817}"/>
          </ac:spMkLst>
        </pc:spChg>
        <pc:spChg chg="mod">
          <ac:chgData name="大地 小川" userId="a6da3c8378232b48" providerId="LiveId" clId="{217EE47A-543E-44CF-82F7-05B0EAB7D1DD}" dt="2026-02-10T14:15:16.609" v="254" actId="1076"/>
          <ac:spMkLst>
            <pc:docMk/>
            <pc:sldMk cId="1907744444" sldId="311"/>
            <ac:spMk id="10" creationId="{2F5AA020-2F21-6C1A-B135-EDE4B7B95A81}"/>
          </ac:spMkLst>
        </pc:spChg>
        <pc:spChg chg="mod">
          <ac:chgData name="大地 小川" userId="a6da3c8378232b48" providerId="LiveId" clId="{217EE47A-543E-44CF-82F7-05B0EAB7D1DD}" dt="2026-02-10T14:16:11.284" v="284" actId="20577"/>
          <ac:spMkLst>
            <pc:docMk/>
            <pc:sldMk cId="1907744444" sldId="311"/>
            <ac:spMk id="11" creationId="{4294243B-23AD-0B73-6ABB-B89BB4D53376}"/>
          </ac:spMkLst>
        </pc:spChg>
        <pc:graphicFrameChg chg="mod">
          <ac:chgData name="大地 小川" userId="a6da3c8378232b48" providerId="LiveId" clId="{217EE47A-543E-44CF-82F7-05B0EAB7D1DD}" dt="2026-02-10T14:16:29.034" v="296"/>
          <ac:graphicFrameMkLst>
            <pc:docMk/>
            <pc:sldMk cId="1907744444" sldId="311"/>
            <ac:graphicFrameMk id="8" creationId="{52A2DCA3-456A-6A68-BEF1-82C7DA43D966}"/>
          </ac:graphicFrameMkLst>
        </pc:graphicFrameChg>
      </pc:sldChg>
      <pc:sldChg chg="addSp modSp add mod">
        <pc:chgData name="大地 小川" userId="a6da3c8378232b48" providerId="LiveId" clId="{217EE47A-543E-44CF-82F7-05B0EAB7D1DD}" dt="2026-02-10T16:44:57.675" v="3471" actId="207"/>
        <pc:sldMkLst>
          <pc:docMk/>
          <pc:sldMk cId="1831526883" sldId="312"/>
        </pc:sldMkLst>
        <pc:spChg chg="add mod">
          <ac:chgData name="大地 小川" userId="a6da3c8378232b48" providerId="LiveId" clId="{217EE47A-543E-44CF-82F7-05B0EAB7D1DD}" dt="2026-02-10T14:18:49.333" v="421" actId="1035"/>
          <ac:spMkLst>
            <pc:docMk/>
            <pc:sldMk cId="1831526883" sldId="312"/>
            <ac:spMk id="3" creationId="{0C53EE17-9F58-B2EE-43C3-B839778F3FBE}"/>
          </ac:spMkLst>
        </pc:spChg>
        <pc:spChg chg="mod">
          <ac:chgData name="大地 小川" userId="a6da3c8378232b48" providerId="LiveId" clId="{217EE47A-543E-44CF-82F7-05B0EAB7D1DD}" dt="2026-02-10T16:44:57.675" v="3471" actId="207"/>
          <ac:spMkLst>
            <pc:docMk/>
            <pc:sldMk cId="1831526883" sldId="312"/>
            <ac:spMk id="7" creationId="{714EA46C-3E37-C192-54AB-62549DA87CE4}"/>
          </ac:spMkLst>
        </pc:spChg>
        <pc:spChg chg="mod">
          <ac:chgData name="大地 小川" userId="a6da3c8378232b48" providerId="LiveId" clId="{217EE47A-543E-44CF-82F7-05B0EAB7D1DD}" dt="2026-02-10T14:28:59.910" v="466" actId="6549"/>
          <ac:spMkLst>
            <pc:docMk/>
            <pc:sldMk cId="1831526883" sldId="312"/>
            <ac:spMk id="11" creationId="{AF2B76F5-B79B-7AE5-5EE4-CCA0B0AB2272}"/>
          </ac:spMkLst>
        </pc:spChg>
      </pc:sldChg>
      <pc:sldChg chg="addSp delSp modSp add mod">
        <pc:chgData name="大地 小川" userId="a6da3c8378232b48" providerId="LiveId" clId="{217EE47A-543E-44CF-82F7-05B0EAB7D1DD}" dt="2026-02-10T16:54:46.831" v="3673" actId="20577"/>
        <pc:sldMkLst>
          <pc:docMk/>
          <pc:sldMk cId="2847971454" sldId="314"/>
        </pc:sldMkLst>
        <pc:spChg chg="add mod">
          <ac:chgData name="大地 小川" userId="a6da3c8378232b48" providerId="LiveId" clId="{217EE47A-543E-44CF-82F7-05B0EAB7D1DD}" dt="2026-02-10T16:54:46.831" v="3673" actId="20577"/>
          <ac:spMkLst>
            <pc:docMk/>
            <pc:sldMk cId="2847971454" sldId="314"/>
            <ac:spMk id="4" creationId="{BC5F29EF-74CB-F484-6053-13B9B0137612}"/>
          </ac:spMkLst>
        </pc:spChg>
        <pc:spChg chg="add mod">
          <ac:chgData name="大地 小川" userId="a6da3c8378232b48" providerId="LiveId" clId="{217EE47A-543E-44CF-82F7-05B0EAB7D1DD}" dt="2026-02-10T16:53:35.723" v="3663" actId="207"/>
          <ac:spMkLst>
            <pc:docMk/>
            <pc:sldMk cId="2847971454" sldId="314"/>
            <ac:spMk id="5" creationId="{9207EEAC-4A68-3673-5E5A-6DB68EBE5643}"/>
          </ac:spMkLst>
        </pc:spChg>
        <pc:spChg chg="mod">
          <ac:chgData name="大地 小川" userId="a6da3c8378232b48" providerId="LiveId" clId="{217EE47A-543E-44CF-82F7-05B0EAB7D1DD}" dt="2026-02-10T16:53:24.575" v="3661" actId="207"/>
          <ac:spMkLst>
            <pc:docMk/>
            <pc:sldMk cId="2847971454" sldId="314"/>
            <ac:spMk id="11" creationId="{F669B3F6-39C7-3243-8D36-BBD98F51D109}"/>
          </ac:spMkLst>
        </pc:spChg>
      </pc:sldChg>
      <pc:sldChg chg="delSp modSp add mod">
        <pc:chgData name="大地 小川" userId="a6da3c8378232b48" providerId="LiveId" clId="{217EE47A-543E-44CF-82F7-05B0EAB7D1DD}" dt="2026-02-18T04:12:43.191" v="4700" actId="20577"/>
        <pc:sldMkLst>
          <pc:docMk/>
          <pc:sldMk cId="2808884875" sldId="315"/>
        </pc:sldMkLst>
        <pc:spChg chg="mod">
          <ac:chgData name="大地 小川" userId="a6da3c8378232b48" providerId="LiveId" clId="{217EE47A-543E-44CF-82F7-05B0EAB7D1DD}" dt="2026-02-18T04:12:43.191" v="4700" actId="20577"/>
          <ac:spMkLst>
            <pc:docMk/>
            <pc:sldMk cId="2808884875" sldId="315"/>
            <ac:spMk id="4" creationId="{614F903E-55AF-6AA5-88CA-217CAE6A35E9}"/>
          </ac:spMkLst>
        </pc:spChg>
        <pc:spChg chg="mod">
          <ac:chgData name="大地 小川" userId="a6da3c8378232b48" providerId="LiveId" clId="{217EE47A-543E-44CF-82F7-05B0EAB7D1DD}" dt="2026-02-10T16:25:24.028" v="3284" actId="403"/>
          <ac:spMkLst>
            <pc:docMk/>
            <pc:sldMk cId="2808884875" sldId="315"/>
            <ac:spMk id="11" creationId="{DD02714F-985D-5D5B-1694-C047ECF401DD}"/>
          </ac:spMkLst>
        </pc:spChg>
      </pc:sldChg>
      <pc:sldChg chg="modSp add mod">
        <pc:chgData name="大地 小川" userId="a6da3c8378232b48" providerId="LiveId" clId="{217EE47A-543E-44CF-82F7-05B0EAB7D1DD}" dt="2026-02-10T16:30:26.609" v="3330" actId="207"/>
        <pc:sldMkLst>
          <pc:docMk/>
          <pc:sldMk cId="2205396273" sldId="317"/>
        </pc:sldMkLst>
        <pc:spChg chg="mod">
          <ac:chgData name="大地 小川" userId="a6da3c8378232b48" providerId="LiveId" clId="{217EE47A-543E-44CF-82F7-05B0EAB7D1DD}" dt="2026-02-10T16:15:48.988" v="2971" actId="6549"/>
          <ac:spMkLst>
            <pc:docMk/>
            <pc:sldMk cId="2205396273" sldId="317"/>
            <ac:spMk id="4" creationId="{F03D2FAE-0C7A-7E06-01F1-93C495061B88}"/>
          </ac:spMkLst>
        </pc:spChg>
        <pc:spChg chg="mod">
          <ac:chgData name="大地 小川" userId="a6da3c8378232b48" providerId="LiveId" clId="{217EE47A-543E-44CF-82F7-05B0EAB7D1DD}" dt="2026-02-10T15:50:57.944" v="2446" actId="688"/>
          <ac:spMkLst>
            <pc:docMk/>
            <pc:sldMk cId="2205396273" sldId="317"/>
            <ac:spMk id="5" creationId="{499D27EB-C819-5C0B-B882-9FCECE41A6D5}"/>
          </ac:spMkLst>
        </pc:spChg>
        <pc:spChg chg="mod">
          <ac:chgData name="大地 小川" userId="a6da3c8378232b48" providerId="LiveId" clId="{217EE47A-543E-44CF-82F7-05B0EAB7D1DD}" dt="2026-02-10T16:30:26.609" v="3330" actId="207"/>
          <ac:spMkLst>
            <pc:docMk/>
            <pc:sldMk cId="2205396273" sldId="317"/>
            <ac:spMk id="11" creationId="{6BAE2B89-34C7-AD48-83B1-6B5B60B4C9AD}"/>
          </ac:spMkLst>
        </pc:spChg>
      </pc:sldChg>
      <pc:sldChg chg="modSp add mod">
        <pc:chgData name="大地 小川" userId="a6da3c8378232b48" providerId="LiveId" clId="{217EE47A-543E-44CF-82F7-05B0EAB7D1DD}" dt="2026-02-10T16:32:39.334" v="3433" actId="113"/>
        <pc:sldMkLst>
          <pc:docMk/>
          <pc:sldMk cId="4229952773" sldId="318"/>
        </pc:sldMkLst>
        <pc:spChg chg="mod">
          <ac:chgData name="大地 小川" userId="a6da3c8378232b48" providerId="LiveId" clId="{217EE47A-543E-44CF-82F7-05B0EAB7D1DD}" dt="2026-02-10T16:32:39.334" v="3433" actId="113"/>
          <ac:spMkLst>
            <pc:docMk/>
            <pc:sldMk cId="4229952773" sldId="318"/>
            <ac:spMk id="4" creationId="{02BE97D6-CBFE-22AA-3F26-DB76F110DB78}"/>
          </ac:spMkLst>
        </pc:spChg>
        <pc:spChg chg="mod">
          <ac:chgData name="大地 小川" userId="a6da3c8378232b48" providerId="LiveId" clId="{217EE47A-543E-44CF-82F7-05B0EAB7D1DD}" dt="2026-02-10T16:30:34.775" v="3331" actId="207"/>
          <ac:spMkLst>
            <pc:docMk/>
            <pc:sldMk cId="4229952773" sldId="318"/>
            <ac:spMk id="11" creationId="{164A2A38-F4D2-0620-FE97-C225D0D7F2BB}"/>
          </ac:spMkLst>
        </pc:spChg>
      </pc:sldChg>
      <pc:sldChg chg="add">
        <pc:chgData name="大地 小川" userId="a6da3c8378232b48" providerId="LiveId" clId="{217EE47A-543E-44CF-82F7-05B0EAB7D1DD}" dt="2026-02-10T16:45:40.742" v="3473"/>
        <pc:sldMkLst>
          <pc:docMk/>
          <pc:sldMk cId="2888441285" sldId="321"/>
        </pc:sldMkLst>
      </pc:sldChg>
      <pc:sldChg chg="modSp add mod">
        <pc:chgData name="大地 小川" userId="a6da3c8378232b48" providerId="LiveId" clId="{217EE47A-543E-44CF-82F7-05B0EAB7D1DD}" dt="2026-02-18T03:41:53.268" v="3806" actId="20577"/>
        <pc:sldMkLst>
          <pc:docMk/>
          <pc:sldMk cId="1200238744" sldId="322"/>
        </pc:sldMkLst>
        <pc:spChg chg="mod">
          <ac:chgData name="大地 小川" userId="a6da3c8378232b48" providerId="LiveId" clId="{217EE47A-543E-44CF-82F7-05B0EAB7D1DD}" dt="2026-02-18T03:41:53.268" v="3806" actId="20577"/>
          <ac:spMkLst>
            <pc:docMk/>
            <pc:sldMk cId="1200238744" sldId="322"/>
            <ac:spMk id="2" creationId="{4530E989-B728-DC14-78FC-525055376D5D}"/>
          </ac:spMkLst>
        </pc:spChg>
      </pc:sldChg>
      <pc:sldChg chg="add">
        <pc:chgData name="大地 小川" userId="a6da3c8378232b48" providerId="LiveId" clId="{217EE47A-543E-44CF-82F7-05B0EAB7D1DD}" dt="2026-02-10T16:56:24.613" v="3676"/>
        <pc:sldMkLst>
          <pc:docMk/>
          <pc:sldMk cId="3285335079" sldId="323"/>
        </pc:sldMkLst>
      </pc:sldChg>
      <pc:sldChg chg="addSp modSp add mod">
        <pc:chgData name="大地 小川" userId="a6da3c8378232b48" providerId="LiveId" clId="{217EE47A-543E-44CF-82F7-05B0EAB7D1DD}" dt="2026-02-18T03:35:23.709" v="3789"/>
        <pc:sldMkLst>
          <pc:docMk/>
          <pc:sldMk cId="1970108032" sldId="324"/>
        </pc:sldMkLst>
        <pc:picChg chg="add mod">
          <ac:chgData name="大地 小川" userId="a6da3c8378232b48" providerId="LiveId" clId="{217EE47A-543E-44CF-82F7-05B0EAB7D1DD}" dt="2026-02-18T03:35:23.709" v="3789"/>
          <ac:picMkLst>
            <pc:docMk/>
            <pc:sldMk cId="1970108032" sldId="324"/>
            <ac:picMk id="4" creationId="{67D43FB7-F98A-8473-5004-2DA4C1416436}"/>
          </ac:picMkLst>
        </pc:picChg>
      </pc:sldChg>
      <pc:sldChg chg="modSp add mod ord">
        <pc:chgData name="大地 小川" userId="a6da3c8378232b48" providerId="LiveId" clId="{217EE47A-543E-44CF-82F7-05B0EAB7D1DD}" dt="2026-02-18T03:45:09.033" v="3885"/>
        <pc:sldMkLst>
          <pc:docMk/>
          <pc:sldMk cId="2363687898" sldId="325"/>
        </pc:sldMkLst>
        <pc:spChg chg="mod">
          <ac:chgData name="大地 小川" userId="a6da3c8378232b48" providerId="LiveId" clId="{217EE47A-543E-44CF-82F7-05B0EAB7D1DD}" dt="2026-02-18T03:42:17.880" v="3836" actId="20577"/>
          <ac:spMkLst>
            <pc:docMk/>
            <pc:sldMk cId="2363687898" sldId="325"/>
            <ac:spMk id="2" creationId="{476252A7-8049-8904-468B-87C82364A4D2}"/>
          </ac:spMkLst>
        </pc:spChg>
      </pc:sldChg>
      <pc:sldChg chg="modSp add mod">
        <pc:chgData name="大地 小川" userId="a6da3c8378232b48" providerId="LiveId" clId="{217EE47A-543E-44CF-82F7-05B0EAB7D1DD}" dt="2026-02-18T04:33:54.316" v="5111" actId="27636"/>
        <pc:sldMkLst>
          <pc:docMk/>
          <pc:sldMk cId="837749236" sldId="327"/>
        </pc:sldMkLst>
        <pc:spChg chg="mod">
          <ac:chgData name="大地 小川" userId="a6da3c8378232b48" providerId="LiveId" clId="{217EE47A-543E-44CF-82F7-05B0EAB7D1DD}" dt="2026-02-18T04:33:54.316" v="5111" actId="27636"/>
          <ac:spMkLst>
            <pc:docMk/>
            <pc:sldMk cId="837749236" sldId="327"/>
            <ac:spMk id="4" creationId="{58CDB035-69A8-A57B-5048-6515AE90CCC9}"/>
          </ac:spMkLst>
        </pc:spChg>
      </pc:sldChg>
      <pc:sldChg chg="addSp modSp add mod">
        <pc:chgData name="大地 小川" userId="a6da3c8378232b48" providerId="LiveId" clId="{217EE47A-543E-44CF-82F7-05B0EAB7D1DD}" dt="2026-02-18T06:29:55.186" v="10723" actId="20577"/>
        <pc:sldMkLst>
          <pc:docMk/>
          <pc:sldMk cId="2288462501" sldId="328"/>
        </pc:sldMkLst>
        <pc:spChg chg="add">
          <ac:chgData name="大地 小川" userId="a6da3c8378232b48" providerId="LiveId" clId="{217EE47A-543E-44CF-82F7-05B0EAB7D1DD}" dt="2026-02-18T06:23:40.245" v="10376" actId="11529"/>
          <ac:spMkLst>
            <pc:docMk/>
            <pc:sldMk cId="2288462501" sldId="328"/>
            <ac:spMk id="3" creationId="{F7C7005D-12E7-1596-F128-46940A094D61}"/>
          </ac:spMkLst>
        </pc:spChg>
        <pc:spChg chg="mod">
          <ac:chgData name="大地 小川" userId="a6da3c8378232b48" providerId="LiveId" clId="{217EE47A-543E-44CF-82F7-05B0EAB7D1DD}" dt="2026-02-18T06:23:31.885" v="10375" actId="1076"/>
          <ac:spMkLst>
            <pc:docMk/>
            <pc:sldMk cId="2288462501" sldId="328"/>
            <ac:spMk id="4" creationId="{FDDE457D-5D5E-4E71-05A1-570B02CB42EE}"/>
          </ac:spMkLst>
        </pc:spChg>
        <pc:spChg chg="add mod">
          <ac:chgData name="大地 小川" userId="a6da3c8378232b48" providerId="LiveId" clId="{217EE47A-543E-44CF-82F7-05B0EAB7D1DD}" dt="2026-02-18T06:29:55.186" v="10723" actId="20577"/>
          <ac:spMkLst>
            <pc:docMk/>
            <pc:sldMk cId="2288462501" sldId="328"/>
            <ac:spMk id="5" creationId="{0EE71960-DE26-023C-9C2F-2EBE91AAEAD7}"/>
          </ac:spMkLst>
        </pc:spChg>
        <pc:spChg chg="mod">
          <ac:chgData name="大地 小川" userId="a6da3c8378232b48" providerId="LiveId" clId="{217EE47A-543E-44CF-82F7-05B0EAB7D1DD}" dt="2026-02-18T05:45:59.170" v="8799" actId="20577"/>
          <ac:spMkLst>
            <pc:docMk/>
            <pc:sldMk cId="2288462501" sldId="328"/>
            <ac:spMk id="11" creationId="{684A41F7-92A3-086A-5990-698B48001BA8}"/>
          </ac:spMkLst>
        </pc:spChg>
      </pc:sldChg>
      <pc:sldChg chg="addSp delSp modSp add mod">
        <pc:chgData name="大地 小川" userId="a6da3c8378232b48" providerId="LiveId" clId="{217EE47A-543E-44CF-82F7-05B0EAB7D1DD}" dt="2026-02-18T06:14:40.618" v="10153" actId="20577"/>
        <pc:sldMkLst>
          <pc:docMk/>
          <pc:sldMk cId="117356918" sldId="329"/>
        </pc:sldMkLst>
        <pc:spChg chg="add mod">
          <ac:chgData name="大地 小川" userId="a6da3c8378232b48" providerId="LiveId" clId="{217EE47A-543E-44CF-82F7-05B0EAB7D1DD}" dt="2026-02-18T06:14:40.618" v="10153" actId="20577"/>
          <ac:spMkLst>
            <pc:docMk/>
            <pc:sldMk cId="117356918" sldId="329"/>
            <ac:spMk id="3" creationId="{98B753C9-9AA2-FA91-6650-09828317A2DD}"/>
          </ac:spMkLst>
        </pc:spChg>
        <pc:spChg chg="mod">
          <ac:chgData name="大地 小川" userId="a6da3c8378232b48" providerId="LiveId" clId="{217EE47A-543E-44CF-82F7-05B0EAB7D1DD}" dt="2026-02-18T04:34:58.084" v="5179" actId="20577"/>
          <ac:spMkLst>
            <pc:docMk/>
            <pc:sldMk cId="117356918" sldId="329"/>
            <ac:spMk id="4" creationId="{21FE490F-5B07-3F50-A3CD-FA40B386E940}"/>
          </ac:spMkLst>
        </pc:spChg>
      </pc:sldChg>
      <pc:sldChg chg="modSp add mod">
        <pc:chgData name="大地 小川" userId="a6da3c8378232b48" providerId="LiveId" clId="{217EE47A-543E-44CF-82F7-05B0EAB7D1DD}" dt="2026-02-18T06:19:33.018" v="10289" actId="20577"/>
        <pc:sldMkLst>
          <pc:docMk/>
          <pc:sldMk cId="2797759463" sldId="330"/>
        </pc:sldMkLst>
        <pc:spChg chg="mod">
          <ac:chgData name="大地 小川" userId="a6da3c8378232b48" providerId="LiveId" clId="{217EE47A-543E-44CF-82F7-05B0EAB7D1DD}" dt="2026-02-18T06:15:33.453" v="10177" actId="20577"/>
          <ac:spMkLst>
            <pc:docMk/>
            <pc:sldMk cId="2797759463" sldId="330"/>
            <ac:spMk id="3" creationId="{81382310-6D1C-3925-7220-AE5E59457C2F}"/>
          </ac:spMkLst>
        </pc:spChg>
        <pc:spChg chg="mod">
          <ac:chgData name="大地 小川" userId="a6da3c8378232b48" providerId="LiveId" clId="{217EE47A-543E-44CF-82F7-05B0EAB7D1DD}" dt="2026-02-18T06:19:33.018" v="10289" actId="20577"/>
          <ac:spMkLst>
            <pc:docMk/>
            <pc:sldMk cId="2797759463" sldId="330"/>
            <ac:spMk id="4" creationId="{2152424C-20B9-D2AA-49A3-2D4A2BA698A4}"/>
          </ac:spMkLst>
        </pc:spChg>
      </pc:sldChg>
      <pc:sldChg chg="modSp add mod">
        <pc:chgData name="大地 小川" userId="a6da3c8378232b48" providerId="LiveId" clId="{217EE47A-543E-44CF-82F7-05B0EAB7D1DD}" dt="2026-02-18T07:15:11.147" v="10978" actId="207"/>
        <pc:sldMkLst>
          <pc:docMk/>
          <pc:sldMk cId="2078272243" sldId="331"/>
        </pc:sldMkLst>
        <pc:spChg chg="mod">
          <ac:chgData name="大地 小川" userId="a6da3c8378232b48" providerId="LiveId" clId="{217EE47A-543E-44CF-82F7-05B0EAB7D1DD}" dt="2026-02-18T06:17:04.467" v="10258" actId="1036"/>
          <ac:spMkLst>
            <pc:docMk/>
            <pc:sldMk cId="2078272243" sldId="331"/>
            <ac:spMk id="3" creationId="{EF1A72AF-C190-4ADB-067D-61ABB177C697}"/>
          </ac:spMkLst>
        </pc:spChg>
        <pc:spChg chg="mod">
          <ac:chgData name="大地 小川" userId="a6da3c8378232b48" providerId="LiveId" clId="{217EE47A-543E-44CF-82F7-05B0EAB7D1DD}" dt="2026-02-18T07:15:11.147" v="10978" actId="207"/>
          <ac:spMkLst>
            <pc:docMk/>
            <pc:sldMk cId="2078272243" sldId="331"/>
            <ac:spMk id="4" creationId="{13600DC0-2600-DA74-AD77-7913338DB7B8}"/>
          </ac:spMkLst>
        </pc:spChg>
        <pc:spChg chg="mod">
          <ac:chgData name="大地 小川" userId="a6da3c8378232b48" providerId="LiveId" clId="{217EE47A-543E-44CF-82F7-05B0EAB7D1DD}" dt="2026-02-18T06:16:49.536" v="10241" actId="1037"/>
          <ac:spMkLst>
            <pc:docMk/>
            <pc:sldMk cId="2078272243" sldId="331"/>
            <ac:spMk id="5" creationId="{8A16DEBF-2DB1-8EF4-1F5C-AABB7B4B953A}"/>
          </ac:spMkLst>
        </pc:spChg>
        <pc:spChg chg="mod">
          <ac:chgData name="大地 小川" userId="a6da3c8378232b48" providerId="LiveId" clId="{217EE47A-543E-44CF-82F7-05B0EAB7D1DD}" dt="2026-02-18T06:16:49.536" v="10241" actId="1037"/>
          <ac:spMkLst>
            <pc:docMk/>
            <pc:sldMk cId="2078272243" sldId="331"/>
            <ac:spMk id="6" creationId="{1CD7E7FF-5D05-0C34-8F9B-A2DAC8BC1D38}"/>
          </ac:spMkLst>
        </pc:spChg>
      </pc:sldChg>
      <pc:sldChg chg="addSp delSp modSp add mod">
        <pc:chgData name="大地 小川" userId="a6da3c8378232b48" providerId="LiveId" clId="{217EE47A-543E-44CF-82F7-05B0EAB7D1DD}" dt="2026-02-18T07:14:42.267" v="10977" actId="6549"/>
        <pc:sldMkLst>
          <pc:docMk/>
          <pc:sldMk cId="1659860630" sldId="332"/>
        </pc:sldMkLst>
        <pc:spChg chg="mod">
          <ac:chgData name="大地 小川" userId="a6da3c8378232b48" providerId="LiveId" clId="{217EE47A-543E-44CF-82F7-05B0EAB7D1DD}" dt="2026-02-18T07:14:42.267" v="10977" actId="6549"/>
          <ac:spMkLst>
            <pc:docMk/>
            <pc:sldMk cId="1659860630" sldId="332"/>
            <ac:spMk id="4" creationId="{BA808A24-4509-FBFB-263B-A96BEF582127}"/>
          </ac:spMkLst>
        </pc:spChg>
        <pc:spChg chg="add mod">
          <ac:chgData name="大地 小川" userId="a6da3c8378232b48" providerId="LiveId" clId="{217EE47A-543E-44CF-82F7-05B0EAB7D1DD}" dt="2026-02-18T06:18:37.940" v="10274" actId="21"/>
          <ac:spMkLst>
            <pc:docMk/>
            <pc:sldMk cId="1659860630" sldId="332"/>
            <ac:spMk id="7" creationId="{3B496697-F40B-E9EE-8EBB-93A20A206812}"/>
          </ac:spMkLst>
        </pc:spChg>
      </pc:sldChg>
      <pc:sldChg chg="modSp add mod">
        <pc:chgData name="大地 小川" userId="a6da3c8378232b48" providerId="LiveId" clId="{217EE47A-543E-44CF-82F7-05B0EAB7D1DD}" dt="2026-02-18T06:27:15.505" v="10590" actId="6549"/>
        <pc:sldMkLst>
          <pc:docMk/>
          <pc:sldMk cId="3896857268" sldId="334"/>
        </pc:sldMkLst>
        <pc:spChg chg="mod">
          <ac:chgData name="大地 小川" userId="a6da3c8378232b48" providerId="LiveId" clId="{217EE47A-543E-44CF-82F7-05B0EAB7D1DD}" dt="2026-02-18T06:27:15.505" v="10590" actId="6549"/>
          <ac:spMkLst>
            <pc:docMk/>
            <pc:sldMk cId="3896857268" sldId="334"/>
            <ac:spMk id="11" creationId="{1578360A-399B-E424-085E-0426E61E09EA}"/>
          </ac:spMkLst>
        </pc:spChg>
      </pc:sldChg>
      <pc:sldChg chg="addSp delSp modSp add mod ord modClrScheme chgLayout">
        <pc:chgData name="大地 小川" userId="a6da3c8378232b48" providerId="LiveId" clId="{217EE47A-543E-44CF-82F7-05B0EAB7D1DD}" dt="2026-02-18T06:13:52.434" v="10137" actId="20577"/>
        <pc:sldMkLst>
          <pc:docMk/>
          <pc:sldMk cId="2613012112" sldId="337"/>
        </pc:sldMkLst>
        <pc:spChg chg="mod ord">
          <ac:chgData name="大地 小川" userId="a6da3c8378232b48" providerId="LiveId" clId="{217EE47A-543E-44CF-82F7-05B0EAB7D1DD}" dt="2026-02-18T05:34:32.138" v="8208" actId="700"/>
          <ac:spMkLst>
            <pc:docMk/>
            <pc:sldMk cId="2613012112" sldId="337"/>
            <ac:spMk id="2" creationId="{58A5F500-4EDA-6FF6-AF37-17A774B82EF0}"/>
          </ac:spMkLst>
        </pc:spChg>
        <pc:spChg chg="mod ord">
          <ac:chgData name="大地 小川" userId="a6da3c8378232b48" providerId="LiveId" clId="{217EE47A-543E-44CF-82F7-05B0EAB7D1DD}" dt="2026-02-18T05:43:15.008" v="8712" actId="20577"/>
          <ac:spMkLst>
            <pc:docMk/>
            <pc:sldMk cId="2613012112" sldId="337"/>
            <ac:spMk id="4" creationId="{5032B9E6-5670-ECA1-EC4D-24D14EE43E93}"/>
          </ac:spMkLst>
        </pc:spChg>
        <pc:spChg chg="add mod">
          <ac:chgData name="大地 小川" userId="a6da3c8378232b48" providerId="LiveId" clId="{217EE47A-543E-44CF-82F7-05B0EAB7D1DD}" dt="2026-02-18T06:13:52.434" v="10137" actId="20577"/>
          <ac:spMkLst>
            <pc:docMk/>
            <pc:sldMk cId="2613012112" sldId="337"/>
            <ac:spMk id="5" creationId="{C1ECA226-CFF2-05CF-9BEE-3369D25FFC22}"/>
          </ac:spMkLst>
        </pc:spChg>
        <pc:spChg chg="add mod">
          <ac:chgData name="大地 小川" userId="a6da3c8378232b48" providerId="LiveId" clId="{217EE47A-543E-44CF-82F7-05B0EAB7D1DD}" dt="2026-02-18T05:36:32.617" v="8410" actId="403"/>
          <ac:spMkLst>
            <pc:docMk/>
            <pc:sldMk cId="2613012112" sldId="337"/>
            <ac:spMk id="6" creationId="{156C2C86-E020-0A42-BCE1-A2C90187BF41}"/>
          </ac:spMkLst>
        </pc:spChg>
        <pc:spChg chg="mod">
          <ac:chgData name="大地 小川" userId="a6da3c8378232b48" providerId="LiveId" clId="{217EE47A-543E-44CF-82F7-05B0EAB7D1DD}" dt="2026-02-18T05:37:31.344" v="8421" actId="20577"/>
          <ac:spMkLst>
            <pc:docMk/>
            <pc:sldMk cId="2613012112" sldId="337"/>
            <ac:spMk id="11" creationId="{EB4E61BD-9B56-7A59-A29B-3BB2302FC95B}"/>
          </ac:spMkLst>
        </pc:spChg>
      </pc:sldChg>
      <pc:sldChg chg="modSp add mod">
        <pc:chgData name="大地 小川" userId="a6da3c8378232b48" providerId="LiveId" clId="{217EE47A-543E-44CF-82F7-05B0EAB7D1DD}" dt="2026-02-18T06:31:28.872" v="10733" actId="20577"/>
        <pc:sldMkLst>
          <pc:docMk/>
          <pc:sldMk cId="1739508717" sldId="338"/>
        </pc:sldMkLst>
        <pc:spChg chg="mod">
          <ac:chgData name="大地 小川" userId="a6da3c8378232b48" providerId="LiveId" clId="{217EE47A-543E-44CF-82F7-05B0EAB7D1DD}" dt="2026-02-18T06:31:28.872" v="10733" actId="20577"/>
          <ac:spMkLst>
            <pc:docMk/>
            <pc:sldMk cId="1739508717" sldId="338"/>
            <ac:spMk id="4" creationId="{612E481E-C76A-3023-EDB4-C530EA9E8D69}"/>
          </ac:spMkLst>
        </pc:spChg>
        <pc:spChg chg="mod">
          <ac:chgData name="大地 小川" userId="a6da3c8378232b48" providerId="LiveId" clId="{217EE47A-543E-44CF-82F7-05B0EAB7D1DD}" dt="2026-02-18T05:46:13.026" v="8803"/>
          <ac:spMkLst>
            <pc:docMk/>
            <pc:sldMk cId="1739508717" sldId="338"/>
            <ac:spMk id="11" creationId="{F2DCE0D2-F562-1154-81BE-0FE57B4D383B}"/>
          </ac:spMkLst>
        </pc:spChg>
      </pc:sldChg>
      <pc:sldChg chg="modSp add mod">
        <pc:chgData name="大地 小川" userId="a6da3c8378232b48" providerId="LiveId" clId="{217EE47A-543E-44CF-82F7-05B0EAB7D1DD}" dt="2026-02-18T05:48:19.136" v="8995" actId="20577"/>
        <pc:sldMkLst>
          <pc:docMk/>
          <pc:sldMk cId="4067817501" sldId="339"/>
        </pc:sldMkLst>
        <pc:spChg chg="mod">
          <ac:chgData name="大地 小川" userId="a6da3c8378232b48" providerId="LiveId" clId="{217EE47A-543E-44CF-82F7-05B0EAB7D1DD}" dt="2026-02-18T05:48:19.136" v="8995" actId="20577"/>
          <ac:spMkLst>
            <pc:docMk/>
            <pc:sldMk cId="4067817501" sldId="339"/>
            <ac:spMk id="4" creationId="{D0AF98CE-7C6B-D34B-BF92-56D75D58F3ED}"/>
          </ac:spMkLst>
        </pc:spChg>
      </pc:sldChg>
      <pc:sldChg chg="modSp add mod">
        <pc:chgData name="大地 小川" userId="a6da3c8378232b48" providerId="LiveId" clId="{217EE47A-543E-44CF-82F7-05B0EAB7D1DD}" dt="2026-02-18T05:52:20.661" v="9184" actId="20577"/>
        <pc:sldMkLst>
          <pc:docMk/>
          <pc:sldMk cId="3688546570" sldId="340"/>
        </pc:sldMkLst>
        <pc:spChg chg="mod">
          <ac:chgData name="大地 小川" userId="a6da3c8378232b48" providerId="LiveId" clId="{217EE47A-543E-44CF-82F7-05B0EAB7D1DD}" dt="2026-02-18T05:52:20.661" v="9184" actId="20577"/>
          <ac:spMkLst>
            <pc:docMk/>
            <pc:sldMk cId="3688546570" sldId="340"/>
            <ac:spMk id="4" creationId="{B2D64E8E-AFA7-1B0F-E8FB-218F06297B62}"/>
          </ac:spMkLst>
        </pc:spChg>
      </pc:sldChg>
      <pc:sldChg chg="addSp modSp add mod">
        <pc:chgData name="大地 小川" userId="a6da3c8378232b48" providerId="LiveId" clId="{217EE47A-543E-44CF-82F7-05B0EAB7D1DD}" dt="2026-02-18T05:55:51.914" v="9304" actId="20577"/>
        <pc:sldMkLst>
          <pc:docMk/>
          <pc:sldMk cId="4186341381" sldId="341"/>
        </pc:sldMkLst>
        <pc:spChg chg="add">
          <ac:chgData name="大地 小川" userId="a6da3c8378232b48" providerId="LiveId" clId="{217EE47A-543E-44CF-82F7-05B0EAB7D1DD}" dt="2026-02-18T05:53:57.917" v="9189" actId="11529"/>
          <ac:spMkLst>
            <pc:docMk/>
            <pc:sldMk cId="4186341381" sldId="341"/>
            <ac:spMk id="3" creationId="{0A6A8BAF-CAD3-A1AD-5964-ECC0BA9E91D3}"/>
          </ac:spMkLst>
        </pc:spChg>
        <pc:spChg chg="mod">
          <ac:chgData name="大地 小川" userId="a6da3c8378232b48" providerId="LiveId" clId="{217EE47A-543E-44CF-82F7-05B0EAB7D1DD}" dt="2026-02-18T05:55:51.914" v="9304" actId="20577"/>
          <ac:spMkLst>
            <pc:docMk/>
            <pc:sldMk cId="4186341381" sldId="341"/>
            <ac:spMk id="4" creationId="{BCE05E1E-3029-6BC4-C061-434FB5762B45}"/>
          </ac:spMkLst>
        </pc:spChg>
        <pc:spChg chg="add mod">
          <ac:chgData name="大地 小川" userId="a6da3c8378232b48" providerId="LiveId" clId="{217EE47A-543E-44CF-82F7-05B0EAB7D1DD}" dt="2026-02-18T05:54:38.804" v="9225" actId="20577"/>
          <ac:spMkLst>
            <pc:docMk/>
            <pc:sldMk cId="4186341381" sldId="341"/>
            <ac:spMk id="5" creationId="{2656BEEB-0DB0-EC19-7CC7-938672EB47F8}"/>
          </ac:spMkLst>
        </pc:spChg>
      </pc:sldChg>
      <pc:sldChg chg="delSp modSp add mod">
        <pc:chgData name="大地 小川" userId="a6da3c8378232b48" providerId="LiveId" clId="{217EE47A-543E-44CF-82F7-05B0EAB7D1DD}" dt="2026-02-18T06:40:38.064" v="10885" actId="20577"/>
        <pc:sldMkLst>
          <pc:docMk/>
          <pc:sldMk cId="336018753" sldId="342"/>
        </pc:sldMkLst>
        <pc:spChg chg="mod">
          <ac:chgData name="大地 小川" userId="a6da3c8378232b48" providerId="LiveId" clId="{217EE47A-543E-44CF-82F7-05B0EAB7D1DD}" dt="2026-02-18T06:40:38.064" v="10885" actId="20577"/>
          <ac:spMkLst>
            <pc:docMk/>
            <pc:sldMk cId="336018753" sldId="342"/>
            <ac:spMk id="4" creationId="{509008F0-7920-0E6F-A85A-4F24ACD2E0F3}"/>
          </ac:spMkLst>
        </pc:spChg>
        <pc:spChg chg="mod">
          <ac:chgData name="大地 小川" userId="a6da3c8378232b48" providerId="LiveId" clId="{217EE47A-543E-44CF-82F7-05B0EAB7D1DD}" dt="2026-02-18T06:32:02.755" v="10757" actId="1035"/>
          <ac:spMkLst>
            <pc:docMk/>
            <pc:sldMk cId="336018753" sldId="342"/>
            <ac:spMk id="5" creationId="{0D2FBD70-6D37-25B7-2904-632154923DEF}"/>
          </ac:spMkLst>
        </pc:spChg>
      </pc:sldChg>
      <pc:sldChg chg="delSp modSp add mod">
        <pc:chgData name="大地 小川" userId="a6da3c8378232b48" providerId="LiveId" clId="{217EE47A-543E-44CF-82F7-05B0EAB7D1DD}" dt="2026-02-18T06:07:29.887" v="9782" actId="1037"/>
        <pc:sldMkLst>
          <pc:docMk/>
          <pc:sldMk cId="720595722" sldId="343"/>
        </pc:sldMkLst>
        <pc:spChg chg="mod">
          <ac:chgData name="大地 小川" userId="a6da3c8378232b48" providerId="LiveId" clId="{217EE47A-543E-44CF-82F7-05B0EAB7D1DD}" dt="2026-02-18T06:07:29.887" v="9782" actId="1037"/>
          <ac:spMkLst>
            <pc:docMk/>
            <pc:sldMk cId="720595722" sldId="343"/>
            <ac:spMk id="11" creationId="{A69F33DF-744B-541B-6F78-BBBFD46DAE0C}"/>
          </ac:spMkLst>
        </pc:spChg>
      </pc:sldChg>
      <pc:sldChg chg="modSp add mod">
        <pc:chgData name="大地 小川" userId="a6da3c8378232b48" providerId="LiveId" clId="{217EE47A-543E-44CF-82F7-05B0EAB7D1DD}" dt="2026-03-01T10:15:30.920" v="11213" actId="20577"/>
        <pc:sldMkLst>
          <pc:docMk/>
          <pc:sldMk cId="2192700489" sldId="344"/>
        </pc:sldMkLst>
        <pc:spChg chg="mod">
          <ac:chgData name="大地 小川" userId="a6da3c8378232b48" providerId="LiveId" clId="{217EE47A-543E-44CF-82F7-05B0EAB7D1DD}" dt="2026-03-01T10:15:30.920" v="11213" actId="20577"/>
          <ac:spMkLst>
            <pc:docMk/>
            <pc:sldMk cId="2192700489" sldId="344"/>
            <ac:spMk id="4" creationId="{C12FFF43-CF70-3C67-D30E-1F4ABAF72B25}"/>
          </ac:spMkLst>
        </pc:spChg>
        <pc:spChg chg="mod">
          <ac:chgData name="大地 小川" userId="a6da3c8378232b48" providerId="LiveId" clId="{217EE47A-543E-44CF-82F7-05B0EAB7D1DD}" dt="2026-02-18T06:06:43.741" v="9746" actId="20577"/>
          <ac:spMkLst>
            <pc:docMk/>
            <pc:sldMk cId="2192700489" sldId="344"/>
            <ac:spMk id="11" creationId="{5CA77713-539F-C485-4DDD-78E9478A8832}"/>
          </ac:spMkLst>
        </pc:spChg>
      </pc:sldChg>
      <pc:sldChg chg="modSp add mod ord">
        <pc:chgData name="大地 小川" userId="a6da3c8378232b48" providerId="LiveId" clId="{217EE47A-543E-44CF-82F7-05B0EAB7D1DD}" dt="2026-02-18T06:12:32.055" v="10115"/>
        <pc:sldMkLst>
          <pc:docMk/>
          <pc:sldMk cId="2419460592" sldId="345"/>
        </pc:sldMkLst>
        <pc:spChg chg="mod">
          <ac:chgData name="大地 小川" userId="a6da3c8378232b48" providerId="LiveId" clId="{217EE47A-543E-44CF-82F7-05B0EAB7D1DD}" dt="2026-02-18T06:12:19.727" v="10113" actId="1076"/>
          <ac:spMkLst>
            <pc:docMk/>
            <pc:sldMk cId="2419460592" sldId="345"/>
            <ac:spMk id="11" creationId="{19DE4BEF-9435-87C8-C192-14693FDFBE21}"/>
          </ac:spMkLst>
        </pc:spChg>
      </pc:sldChg>
      <pc:sldChg chg="modSp add mod">
        <pc:chgData name="大地 小川" userId="a6da3c8378232b48" providerId="LiveId" clId="{217EE47A-543E-44CF-82F7-05B0EAB7D1DD}" dt="2026-02-18T07:19:30.654" v="11010" actId="6549"/>
        <pc:sldMkLst>
          <pc:docMk/>
          <pc:sldMk cId="611023996" sldId="346"/>
        </pc:sldMkLst>
        <pc:spChg chg="mod">
          <ac:chgData name="大地 小川" userId="a6da3c8378232b48" providerId="LiveId" clId="{217EE47A-543E-44CF-82F7-05B0EAB7D1DD}" dt="2026-02-18T07:19:30.654" v="11010" actId="6549"/>
          <ac:spMkLst>
            <pc:docMk/>
            <pc:sldMk cId="611023996" sldId="346"/>
            <ac:spMk id="4" creationId="{A047F93C-2732-82F3-6EBD-36C18C1075FF}"/>
          </ac:spMkLst>
        </pc:spChg>
      </pc:sldChg>
      <pc:sldChg chg="modSp add mod">
        <pc:chgData name="大地 小川" userId="a6da3c8378232b48" providerId="LiveId" clId="{217EE47A-543E-44CF-82F7-05B0EAB7D1DD}" dt="2026-02-18T07:19:38.560" v="11013" actId="6549"/>
        <pc:sldMkLst>
          <pc:docMk/>
          <pc:sldMk cId="1887144170" sldId="347"/>
        </pc:sldMkLst>
        <pc:spChg chg="mod">
          <ac:chgData name="大地 小川" userId="a6da3c8378232b48" providerId="LiveId" clId="{217EE47A-543E-44CF-82F7-05B0EAB7D1DD}" dt="2026-02-18T07:19:38.560" v="11013" actId="6549"/>
          <ac:spMkLst>
            <pc:docMk/>
            <pc:sldMk cId="1887144170" sldId="347"/>
            <ac:spMk id="4" creationId="{7EEB99D7-3757-71E4-F14D-D7600C7A5FE5}"/>
          </ac:spMkLst>
        </pc:spChg>
      </pc:sldChg>
      <pc:sldChg chg="modSp add mod">
        <pc:chgData name="大地 小川" userId="a6da3c8378232b48" providerId="LiveId" clId="{217EE47A-543E-44CF-82F7-05B0EAB7D1DD}" dt="2026-02-18T07:19:49.498" v="11019" actId="6549"/>
        <pc:sldMkLst>
          <pc:docMk/>
          <pc:sldMk cId="4234974215" sldId="348"/>
        </pc:sldMkLst>
        <pc:spChg chg="mod">
          <ac:chgData name="大地 小川" userId="a6da3c8378232b48" providerId="LiveId" clId="{217EE47A-543E-44CF-82F7-05B0EAB7D1DD}" dt="2026-02-18T07:19:49.498" v="11019" actId="6549"/>
          <ac:spMkLst>
            <pc:docMk/>
            <pc:sldMk cId="4234974215" sldId="348"/>
            <ac:spMk id="4" creationId="{1DE5DCC6-773C-123A-23F1-0BFBC9990F8A}"/>
          </ac:spMkLst>
        </pc:spChg>
      </pc:sldChg>
      <pc:sldChg chg="modSp add mod">
        <pc:chgData name="大地 小川" userId="a6da3c8378232b48" providerId="LiveId" clId="{217EE47A-543E-44CF-82F7-05B0EAB7D1DD}" dt="2026-02-18T07:19:59.576" v="11026" actId="6549"/>
        <pc:sldMkLst>
          <pc:docMk/>
          <pc:sldMk cId="1885250538" sldId="349"/>
        </pc:sldMkLst>
        <pc:spChg chg="mod">
          <ac:chgData name="大地 小川" userId="a6da3c8378232b48" providerId="LiveId" clId="{217EE47A-543E-44CF-82F7-05B0EAB7D1DD}" dt="2026-02-18T07:19:59.576" v="11026" actId="6549"/>
          <ac:spMkLst>
            <pc:docMk/>
            <pc:sldMk cId="1885250538" sldId="349"/>
            <ac:spMk id="4" creationId="{5D7BB607-5076-BA45-D9F0-80864BEEEDA0}"/>
          </ac:spMkLst>
        </pc:spChg>
      </pc:sldChg>
      <pc:sldChg chg="modSp add mod">
        <pc:chgData name="大地 小川" userId="a6da3c8378232b48" providerId="LiveId" clId="{217EE47A-543E-44CF-82F7-05B0EAB7D1DD}" dt="2026-02-18T07:20:08.319" v="11032" actId="6549"/>
        <pc:sldMkLst>
          <pc:docMk/>
          <pc:sldMk cId="969915382" sldId="350"/>
        </pc:sldMkLst>
        <pc:spChg chg="mod">
          <ac:chgData name="大地 小川" userId="a6da3c8378232b48" providerId="LiveId" clId="{217EE47A-543E-44CF-82F7-05B0EAB7D1DD}" dt="2026-02-18T07:20:08.319" v="11032" actId="6549"/>
          <ac:spMkLst>
            <pc:docMk/>
            <pc:sldMk cId="969915382" sldId="350"/>
            <ac:spMk id="4" creationId="{D9994EBE-8152-95EE-CBE2-D5DAF29D8086}"/>
          </ac:spMkLst>
        </pc:spChg>
      </pc:sldChg>
      <pc:sldChg chg="modSp add mod">
        <pc:chgData name="大地 小川" userId="a6da3c8378232b48" providerId="LiveId" clId="{217EE47A-543E-44CF-82F7-05B0EAB7D1DD}" dt="2026-02-18T07:19:25.371" v="11008" actId="20577"/>
        <pc:sldMkLst>
          <pc:docMk/>
          <pc:sldMk cId="1129897916" sldId="351"/>
        </pc:sldMkLst>
        <pc:spChg chg="mod">
          <ac:chgData name="大地 小川" userId="a6da3c8378232b48" providerId="LiveId" clId="{217EE47A-543E-44CF-82F7-05B0EAB7D1DD}" dt="2026-02-18T07:19:25.371" v="11008" actId="20577"/>
          <ac:spMkLst>
            <pc:docMk/>
            <pc:sldMk cId="1129897916" sldId="351"/>
            <ac:spMk id="4" creationId="{1A60314E-15B5-F280-ADDB-484BD9843EAB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7E537C-0056-4E99-9953-F2E5CDABD65A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7DE90F09-0476-41DC-A2D5-10AAB03FA5C4}">
      <dgm:prSet phldrT="[テキスト]" custT="1"/>
      <dgm:spPr/>
      <dgm:t>
        <a:bodyPr/>
        <a:lstStyle/>
        <a:p>
          <a:r>
            <a:rPr kumimoji="1" lang="ja-JP" altLang="en-US" sz="3200" dirty="0"/>
            <a:t>細胞</a:t>
          </a:r>
        </a:p>
      </dgm:t>
    </dgm:pt>
    <dgm:pt modelId="{10F2966F-235B-4000-9FD6-6158FFA3FEC6}" type="parTrans" cxnId="{9F7953A9-7DE4-4309-9725-54EE8262B7F6}">
      <dgm:prSet/>
      <dgm:spPr/>
      <dgm:t>
        <a:bodyPr/>
        <a:lstStyle/>
        <a:p>
          <a:endParaRPr kumimoji="1" lang="ja-JP" altLang="en-US"/>
        </a:p>
      </dgm:t>
    </dgm:pt>
    <dgm:pt modelId="{9AED41FF-31E5-4B0E-8E97-0BBECA53AC20}" type="sibTrans" cxnId="{9F7953A9-7DE4-4309-9725-54EE8262B7F6}">
      <dgm:prSet/>
      <dgm:spPr/>
      <dgm:t>
        <a:bodyPr/>
        <a:lstStyle/>
        <a:p>
          <a:endParaRPr kumimoji="1" lang="ja-JP" altLang="en-US"/>
        </a:p>
      </dgm:t>
    </dgm:pt>
    <dgm:pt modelId="{333C2414-747F-4F4C-9969-548AECE9EC20}">
      <dgm:prSet phldrT="[テキスト]" custT="1"/>
      <dgm:spPr/>
      <dgm:t>
        <a:bodyPr/>
        <a:lstStyle/>
        <a:p>
          <a:r>
            <a:rPr kumimoji="1" lang="ja-JP" altLang="en-US" sz="3200" dirty="0"/>
            <a:t>組織</a:t>
          </a:r>
        </a:p>
      </dgm:t>
    </dgm:pt>
    <dgm:pt modelId="{A734D625-1D0F-43E5-8486-A48D0A3F2819}" type="parTrans" cxnId="{4D77A435-9FF8-4BB9-BBF4-984C42EB82DB}">
      <dgm:prSet/>
      <dgm:spPr/>
      <dgm:t>
        <a:bodyPr/>
        <a:lstStyle/>
        <a:p>
          <a:endParaRPr kumimoji="1" lang="ja-JP" altLang="en-US"/>
        </a:p>
      </dgm:t>
    </dgm:pt>
    <dgm:pt modelId="{B286011A-2F88-4DEC-A652-B9F16602BB30}" type="sibTrans" cxnId="{4D77A435-9FF8-4BB9-BBF4-984C42EB82DB}">
      <dgm:prSet/>
      <dgm:spPr/>
      <dgm:t>
        <a:bodyPr/>
        <a:lstStyle/>
        <a:p>
          <a:endParaRPr kumimoji="1" lang="ja-JP" altLang="en-US"/>
        </a:p>
      </dgm:t>
    </dgm:pt>
    <dgm:pt modelId="{3E5BDEAF-18D5-4B5B-94E5-3F64A3E90E0F}">
      <dgm:prSet phldrT="[テキスト]" custT="1"/>
      <dgm:spPr/>
      <dgm:t>
        <a:bodyPr/>
        <a:lstStyle/>
        <a:p>
          <a:r>
            <a:rPr kumimoji="1" lang="ja-JP" altLang="en-US" sz="3200" dirty="0"/>
            <a:t>臓器</a:t>
          </a:r>
          <a:endParaRPr kumimoji="1" lang="en-US" altLang="ja-JP" sz="3200" dirty="0"/>
        </a:p>
        <a:p>
          <a:endParaRPr kumimoji="1" lang="ja-JP" altLang="en-US" sz="3200" dirty="0"/>
        </a:p>
      </dgm:t>
    </dgm:pt>
    <dgm:pt modelId="{5E22C314-9818-481C-AE00-FD9BE22FEC41}" type="parTrans" cxnId="{DCAC3BD9-22F7-4760-BB78-464E4CA4B762}">
      <dgm:prSet/>
      <dgm:spPr/>
      <dgm:t>
        <a:bodyPr/>
        <a:lstStyle/>
        <a:p>
          <a:endParaRPr kumimoji="1" lang="ja-JP" altLang="en-US"/>
        </a:p>
      </dgm:t>
    </dgm:pt>
    <dgm:pt modelId="{29183612-BE59-4E22-BD6A-E1900A47D7AF}" type="sibTrans" cxnId="{DCAC3BD9-22F7-4760-BB78-464E4CA4B762}">
      <dgm:prSet/>
      <dgm:spPr/>
      <dgm:t>
        <a:bodyPr/>
        <a:lstStyle/>
        <a:p>
          <a:endParaRPr kumimoji="1" lang="ja-JP" altLang="en-US"/>
        </a:p>
      </dgm:t>
    </dgm:pt>
    <dgm:pt modelId="{05EFB33A-0945-49C3-B2AA-878EC1C04ADC}">
      <dgm:prSet/>
      <dgm:spPr/>
      <dgm:t>
        <a:bodyPr/>
        <a:lstStyle/>
        <a:p>
          <a:endParaRPr kumimoji="1" lang="ja-JP" altLang="en-US"/>
        </a:p>
      </dgm:t>
    </dgm:pt>
    <dgm:pt modelId="{2401C8FD-3EDC-4F46-A40D-35230C3F25BB}" type="parTrans" cxnId="{66318134-003C-4228-A7F6-60FC0A73EC2F}">
      <dgm:prSet/>
      <dgm:spPr/>
      <dgm:t>
        <a:bodyPr/>
        <a:lstStyle/>
        <a:p>
          <a:endParaRPr kumimoji="1" lang="ja-JP" altLang="en-US"/>
        </a:p>
      </dgm:t>
    </dgm:pt>
    <dgm:pt modelId="{BAC52C2E-CD30-4505-A82A-35D14549B6DA}" type="sibTrans" cxnId="{66318134-003C-4228-A7F6-60FC0A73EC2F}">
      <dgm:prSet/>
      <dgm:spPr/>
      <dgm:t>
        <a:bodyPr/>
        <a:lstStyle/>
        <a:p>
          <a:endParaRPr kumimoji="1" lang="ja-JP" altLang="en-US"/>
        </a:p>
      </dgm:t>
    </dgm:pt>
    <dgm:pt modelId="{F67FB03B-11B7-4521-AAC2-D290FCD65743}">
      <dgm:prSet/>
      <dgm:spPr/>
      <dgm:t>
        <a:bodyPr/>
        <a:lstStyle/>
        <a:p>
          <a:endParaRPr kumimoji="1" lang="ja-JP" altLang="en-US"/>
        </a:p>
      </dgm:t>
    </dgm:pt>
    <dgm:pt modelId="{5E504AA8-C8E7-407A-A743-C7770C9F7649}" type="parTrans" cxnId="{BECF67D4-0C24-4D2F-998C-401A48E20053}">
      <dgm:prSet/>
      <dgm:spPr/>
      <dgm:t>
        <a:bodyPr/>
        <a:lstStyle/>
        <a:p>
          <a:endParaRPr kumimoji="1" lang="ja-JP" altLang="en-US"/>
        </a:p>
      </dgm:t>
    </dgm:pt>
    <dgm:pt modelId="{8FB85897-4F12-47F3-92CC-C483C9F3C990}" type="sibTrans" cxnId="{BECF67D4-0C24-4D2F-998C-401A48E20053}">
      <dgm:prSet/>
      <dgm:spPr/>
      <dgm:t>
        <a:bodyPr/>
        <a:lstStyle/>
        <a:p>
          <a:endParaRPr kumimoji="1" lang="ja-JP" altLang="en-US"/>
        </a:p>
      </dgm:t>
    </dgm:pt>
    <dgm:pt modelId="{8517B222-3333-41C7-8037-736CF8AF1C04}" type="pres">
      <dgm:prSet presAssocID="{727E537C-0056-4E99-9953-F2E5CDABD65A}" presName="arrowDiagram" presStyleCnt="0">
        <dgm:presLayoutVars>
          <dgm:chMax val="5"/>
          <dgm:dir/>
          <dgm:resizeHandles val="exact"/>
        </dgm:presLayoutVars>
      </dgm:prSet>
      <dgm:spPr/>
    </dgm:pt>
    <dgm:pt modelId="{95E88FA6-5261-466E-90FC-E1B8181B902C}" type="pres">
      <dgm:prSet presAssocID="{727E537C-0056-4E99-9953-F2E5CDABD65A}" presName="arrow" presStyleLbl="bgShp" presStyleIdx="0" presStyleCnt="1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</dgm:pt>
    <dgm:pt modelId="{D8DB6031-18C4-40DD-8201-633EA1A685CD}" type="pres">
      <dgm:prSet presAssocID="{727E537C-0056-4E99-9953-F2E5CDABD65A}" presName="arrowDiagram5" presStyleCnt="0"/>
      <dgm:spPr/>
    </dgm:pt>
    <dgm:pt modelId="{82215ABA-813B-4C5C-9C5E-9B3C60B1140F}" type="pres">
      <dgm:prSet presAssocID="{7DE90F09-0476-41DC-A2D5-10AAB03FA5C4}" presName="bullet5a" presStyleLbl="node1" presStyleIdx="0" presStyleCnt="5"/>
      <dgm:spPr>
        <a:solidFill>
          <a:srgbClr val="FF0000"/>
        </a:solidFill>
      </dgm:spPr>
    </dgm:pt>
    <dgm:pt modelId="{CAD5B33B-6B15-458A-B41D-4AAD3EFBE404}" type="pres">
      <dgm:prSet presAssocID="{7DE90F09-0476-41DC-A2D5-10AAB03FA5C4}" presName="textBox5a" presStyleLbl="revTx" presStyleIdx="0" presStyleCnt="5" custScaleX="123723" custScaleY="34780" custLinFactNeighborX="-31183" custLinFactNeighborY="9581">
        <dgm:presLayoutVars>
          <dgm:bulletEnabled val="1"/>
        </dgm:presLayoutVars>
      </dgm:prSet>
      <dgm:spPr/>
    </dgm:pt>
    <dgm:pt modelId="{363C3354-CE24-43E0-BC0E-2B88577AE994}" type="pres">
      <dgm:prSet presAssocID="{333C2414-747F-4F4C-9969-548AECE9EC20}" presName="bullet5b" presStyleLbl="node1" presStyleIdx="1" presStyleCnt="5"/>
      <dgm:spPr>
        <a:solidFill>
          <a:srgbClr val="FF0000"/>
        </a:solidFill>
      </dgm:spPr>
    </dgm:pt>
    <dgm:pt modelId="{27D732D8-D5EA-4890-BE0E-21C3013DA42B}" type="pres">
      <dgm:prSet presAssocID="{333C2414-747F-4F4C-9969-548AECE9EC20}" presName="textBox5b" presStyleLbl="revTx" presStyleIdx="1" presStyleCnt="5" custScaleY="29989" custLinFactNeighborX="-20505" custLinFactNeighborY="-7821">
        <dgm:presLayoutVars>
          <dgm:bulletEnabled val="1"/>
        </dgm:presLayoutVars>
      </dgm:prSet>
      <dgm:spPr/>
    </dgm:pt>
    <dgm:pt modelId="{DD034CC4-F3BA-4319-88D0-1B30D486C6A8}" type="pres">
      <dgm:prSet presAssocID="{3E5BDEAF-18D5-4B5B-94E5-3F64A3E90E0F}" presName="bullet5c" presStyleLbl="node1" presStyleIdx="2" presStyleCnt="5"/>
      <dgm:spPr>
        <a:solidFill>
          <a:srgbClr val="FF0000"/>
        </a:solidFill>
      </dgm:spPr>
    </dgm:pt>
    <dgm:pt modelId="{34212CA2-8A68-4D03-9166-9EA191215954}" type="pres">
      <dgm:prSet presAssocID="{3E5BDEAF-18D5-4B5B-94E5-3F64A3E90E0F}" presName="textBox5c" presStyleLbl="revTx" presStyleIdx="2" presStyleCnt="5" custScaleY="16992" custLinFactNeighborX="-24605" custLinFactNeighborY="-21530">
        <dgm:presLayoutVars>
          <dgm:bulletEnabled val="1"/>
        </dgm:presLayoutVars>
      </dgm:prSet>
      <dgm:spPr/>
    </dgm:pt>
    <dgm:pt modelId="{F41679A1-E62A-408F-B237-A7656F0947CD}" type="pres">
      <dgm:prSet presAssocID="{05EFB33A-0945-49C3-B2AA-878EC1C04ADC}" presName="bullet5d" presStyleLbl="node1" presStyleIdx="3" presStyleCnt="5"/>
      <dgm:spPr>
        <a:solidFill>
          <a:srgbClr val="FF0000"/>
        </a:solidFill>
      </dgm:spPr>
    </dgm:pt>
    <dgm:pt modelId="{AE5A3F1D-08A2-4D8B-8ACE-49BD231B0D71}" type="pres">
      <dgm:prSet presAssocID="{05EFB33A-0945-49C3-B2AA-878EC1C04ADC}" presName="textBox5d" presStyleLbl="revTx" presStyleIdx="3" presStyleCnt="5">
        <dgm:presLayoutVars>
          <dgm:bulletEnabled val="1"/>
        </dgm:presLayoutVars>
      </dgm:prSet>
      <dgm:spPr/>
    </dgm:pt>
    <dgm:pt modelId="{333AF03F-F6F2-45E5-BF51-68F8DA699A11}" type="pres">
      <dgm:prSet presAssocID="{F67FB03B-11B7-4521-AAC2-D290FCD65743}" presName="bullet5e" presStyleLbl="node1" presStyleIdx="4" presStyleCnt="5"/>
      <dgm:spPr>
        <a:solidFill>
          <a:srgbClr val="FF0000"/>
        </a:solidFill>
      </dgm:spPr>
    </dgm:pt>
    <dgm:pt modelId="{1D3FFB8F-773E-482B-AF0E-78F9DC9D0347}" type="pres">
      <dgm:prSet presAssocID="{F67FB03B-11B7-4521-AAC2-D290FCD65743}" presName="textBox5e" presStyleLbl="revTx" presStyleIdx="4" presStyleCnt="5">
        <dgm:presLayoutVars>
          <dgm:bulletEnabled val="1"/>
        </dgm:presLayoutVars>
      </dgm:prSet>
      <dgm:spPr/>
    </dgm:pt>
  </dgm:ptLst>
  <dgm:cxnLst>
    <dgm:cxn modelId="{09748508-6E0E-4F7E-B028-6CF1A80B6E92}" type="presOf" srcId="{05EFB33A-0945-49C3-B2AA-878EC1C04ADC}" destId="{AE5A3F1D-08A2-4D8B-8ACE-49BD231B0D71}" srcOrd="0" destOrd="0" presId="urn:microsoft.com/office/officeart/2005/8/layout/arrow2"/>
    <dgm:cxn modelId="{66318134-003C-4228-A7F6-60FC0A73EC2F}" srcId="{727E537C-0056-4E99-9953-F2E5CDABD65A}" destId="{05EFB33A-0945-49C3-B2AA-878EC1C04ADC}" srcOrd="3" destOrd="0" parTransId="{2401C8FD-3EDC-4F46-A40D-35230C3F25BB}" sibTransId="{BAC52C2E-CD30-4505-A82A-35D14549B6DA}"/>
    <dgm:cxn modelId="{4D77A435-9FF8-4BB9-BBF4-984C42EB82DB}" srcId="{727E537C-0056-4E99-9953-F2E5CDABD65A}" destId="{333C2414-747F-4F4C-9969-548AECE9EC20}" srcOrd="1" destOrd="0" parTransId="{A734D625-1D0F-43E5-8486-A48D0A3F2819}" sibTransId="{B286011A-2F88-4DEC-A652-B9F16602BB30}"/>
    <dgm:cxn modelId="{48A3D893-DF36-4A70-8E2B-BF4E688C463A}" type="presOf" srcId="{727E537C-0056-4E99-9953-F2E5CDABD65A}" destId="{8517B222-3333-41C7-8037-736CF8AF1C04}" srcOrd="0" destOrd="0" presId="urn:microsoft.com/office/officeart/2005/8/layout/arrow2"/>
    <dgm:cxn modelId="{9F7953A9-7DE4-4309-9725-54EE8262B7F6}" srcId="{727E537C-0056-4E99-9953-F2E5CDABD65A}" destId="{7DE90F09-0476-41DC-A2D5-10AAB03FA5C4}" srcOrd="0" destOrd="0" parTransId="{10F2966F-235B-4000-9FD6-6158FFA3FEC6}" sibTransId="{9AED41FF-31E5-4B0E-8E97-0BBECA53AC20}"/>
    <dgm:cxn modelId="{300DECC4-A733-4EC6-ABFE-75D3E459EA4C}" type="presOf" srcId="{7DE90F09-0476-41DC-A2D5-10AAB03FA5C4}" destId="{CAD5B33B-6B15-458A-B41D-4AAD3EFBE404}" srcOrd="0" destOrd="0" presId="urn:microsoft.com/office/officeart/2005/8/layout/arrow2"/>
    <dgm:cxn modelId="{4FE5FECF-D312-427C-8088-BBD97A26A7FC}" type="presOf" srcId="{F67FB03B-11B7-4521-AAC2-D290FCD65743}" destId="{1D3FFB8F-773E-482B-AF0E-78F9DC9D0347}" srcOrd="0" destOrd="0" presId="urn:microsoft.com/office/officeart/2005/8/layout/arrow2"/>
    <dgm:cxn modelId="{BECF67D4-0C24-4D2F-998C-401A48E20053}" srcId="{727E537C-0056-4E99-9953-F2E5CDABD65A}" destId="{F67FB03B-11B7-4521-AAC2-D290FCD65743}" srcOrd="4" destOrd="0" parTransId="{5E504AA8-C8E7-407A-A743-C7770C9F7649}" sibTransId="{8FB85897-4F12-47F3-92CC-C483C9F3C990}"/>
    <dgm:cxn modelId="{DCAC3BD9-22F7-4760-BB78-464E4CA4B762}" srcId="{727E537C-0056-4E99-9953-F2E5CDABD65A}" destId="{3E5BDEAF-18D5-4B5B-94E5-3F64A3E90E0F}" srcOrd="2" destOrd="0" parTransId="{5E22C314-9818-481C-AE00-FD9BE22FEC41}" sibTransId="{29183612-BE59-4E22-BD6A-E1900A47D7AF}"/>
    <dgm:cxn modelId="{3B0994F4-DB20-4678-99D4-3E758CD98083}" type="presOf" srcId="{3E5BDEAF-18D5-4B5B-94E5-3F64A3E90E0F}" destId="{34212CA2-8A68-4D03-9166-9EA191215954}" srcOrd="0" destOrd="0" presId="urn:microsoft.com/office/officeart/2005/8/layout/arrow2"/>
    <dgm:cxn modelId="{22A01BF9-04F1-4C21-9A47-1341D9C4E93A}" type="presOf" srcId="{333C2414-747F-4F4C-9969-548AECE9EC20}" destId="{27D732D8-D5EA-4890-BE0E-21C3013DA42B}" srcOrd="0" destOrd="0" presId="urn:microsoft.com/office/officeart/2005/8/layout/arrow2"/>
    <dgm:cxn modelId="{E949F2A9-2BFA-4ABB-A7F8-A3A20E0FB656}" type="presParOf" srcId="{8517B222-3333-41C7-8037-736CF8AF1C04}" destId="{95E88FA6-5261-466E-90FC-E1B8181B902C}" srcOrd="0" destOrd="0" presId="urn:microsoft.com/office/officeart/2005/8/layout/arrow2"/>
    <dgm:cxn modelId="{DC584D2E-4C26-49D3-BCB5-B1AF925ADDA0}" type="presParOf" srcId="{8517B222-3333-41C7-8037-736CF8AF1C04}" destId="{D8DB6031-18C4-40DD-8201-633EA1A685CD}" srcOrd="1" destOrd="0" presId="urn:microsoft.com/office/officeart/2005/8/layout/arrow2"/>
    <dgm:cxn modelId="{51113CD5-CF9F-4DBF-A2C8-166CA4CFE6E0}" type="presParOf" srcId="{D8DB6031-18C4-40DD-8201-633EA1A685CD}" destId="{82215ABA-813B-4C5C-9C5E-9B3C60B1140F}" srcOrd="0" destOrd="0" presId="urn:microsoft.com/office/officeart/2005/8/layout/arrow2"/>
    <dgm:cxn modelId="{AF46B84D-782F-4D40-B80F-52B14C2108FF}" type="presParOf" srcId="{D8DB6031-18C4-40DD-8201-633EA1A685CD}" destId="{CAD5B33B-6B15-458A-B41D-4AAD3EFBE404}" srcOrd="1" destOrd="0" presId="urn:microsoft.com/office/officeart/2005/8/layout/arrow2"/>
    <dgm:cxn modelId="{0648A390-FB0F-4C4E-BA1E-FD1C1849857D}" type="presParOf" srcId="{D8DB6031-18C4-40DD-8201-633EA1A685CD}" destId="{363C3354-CE24-43E0-BC0E-2B88577AE994}" srcOrd="2" destOrd="0" presId="urn:microsoft.com/office/officeart/2005/8/layout/arrow2"/>
    <dgm:cxn modelId="{9F7C848B-F0D0-4174-9566-28D2A53BB055}" type="presParOf" srcId="{D8DB6031-18C4-40DD-8201-633EA1A685CD}" destId="{27D732D8-D5EA-4890-BE0E-21C3013DA42B}" srcOrd="3" destOrd="0" presId="urn:microsoft.com/office/officeart/2005/8/layout/arrow2"/>
    <dgm:cxn modelId="{3B36876B-39EF-4036-94E8-2FED277B046A}" type="presParOf" srcId="{D8DB6031-18C4-40DD-8201-633EA1A685CD}" destId="{DD034CC4-F3BA-4319-88D0-1B30D486C6A8}" srcOrd="4" destOrd="0" presId="urn:microsoft.com/office/officeart/2005/8/layout/arrow2"/>
    <dgm:cxn modelId="{241C03AA-977E-4A31-9C73-A1031D47A46B}" type="presParOf" srcId="{D8DB6031-18C4-40DD-8201-633EA1A685CD}" destId="{34212CA2-8A68-4D03-9166-9EA191215954}" srcOrd="5" destOrd="0" presId="urn:microsoft.com/office/officeart/2005/8/layout/arrow2"/>
    <dgm:cxn modelId="{FDD60135-52F5-4C51-AC67-12DD2A5CF6E1}" type="presParOf" srcId="{D8DB6031-18C4-40DD-8201-633EA1A685CD}" destId="{F41679A1-E62A-408F-B237-A7656F0947CD}" srcOrd="6" destOrd="0" presId="urn:microsoft.com/office/officeart/2005/8/layout/arrow2"/>
    <dgm:cxn modelId="{5D6A592E-5187-4A13-B67F-72813A0FF679}" type="presParOf" srcId="{D8DB6031-18C4-40DD-8201-633EA1A685CD}" destId="{AE5A3F1D-08A2-4D8B-8ACE-49BD231B0D71}" srcOrd="7" destOrd="0" presId="urn:microsoft.com/office/officeart/2005/8/layout/arrow2"/>
    <dgm:cxn modelId="{8C3F2A0A-C283-44C2-B940-7AAE1B198978}" type="presParOf" srcId="{D8DB6031-18C4-40DD-8201-633EA1A685CD}" destId="{333AF03F-F6F2-45E5-BF51-68F8DA699A11}" srcOrd="8" destOrd="0" presId="urn:microsoft.com/office/officeart/2005/8/layout/arrow2"/>
    <dgm:cxn modelId="{EA334C49-CE5A-4ADD-9B09-9E8250AEAD87}" type="presParOf" srcId="{D8DB6031-18C4-40DD-8201-633EA1A685CD}" destId="{1D3FFB8F-773E-482B-AF0E-78F9DC9D0347}" srcOrd="9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27E537C-0056-4E99-9953-F2E5CDABD65A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7DE90F09-0476-41DC-A2D5-10AAB03FA5C4}">
      <dgm:prSet phldrT="[テキスト]" custT="1"/>
      <dgm:spPr/>
      <dgm:t>
        <a:bodyPr/>
        <a:lstStyle/>
        <a:p>
          <a:r>
            <a:rPr kumimoji="1" lang="ja-JP" altLang="en-US" sz="3200" dirty="0"/>
            <a:t>細胞</a:t>
          </a:r>
        </a:p>
      </dgm:t>
    </dgm:pt>
    <dgm:pt modelId="{10F2966F-235B-4000-9FD6-6158FFA3FEC6}" type="parTrans" cxnId="{9F7953A9-7DE4-4309-9725-54EE8262B7F6}">
      <dgm:prSet/>
      <dgm:spPr/>
      <dgm:t>
        <a:bodyPr/>
        <a:lstStyle/>
        <a:p>
          <a:endParaRPr kumimoji="1" lang="ja-JP" altLang="en-US"/>
        </a:p>
      </dgm:t>
    </dgm:pt>
    <dgm:pt modelId="{9AED41FF-31E5-4B0E-8E97-0BBECA53AC20}" type="sibTrans" cxnId="{9F7953A9-7DE4-4309-9725-54EE8262B7F6}">
      <dgm:prSet/>
      <dgm:spPr/>
      <dgm:t>
        <a:bodyPr/>
        <a:lstStyle/>
        <a:p>
          <a:endParaRPr kumimoji="1" lang="ja-JP" altLang="en-US"/>
        </a:p>
      </dgm:t>
    </dgm:pt>
    <dgm:pt modelId="{333C2414-747F-4F4C-9969-548AECE9EC20}">
      <dgm:prSet phldrT="[テキスト]" custT="1"/>
      <dgm:spPr/>
      <dgm:t>
        <a:bodyPr/>
        <a:lstStyle/>
        <a:p>
          <a:r>
            <a:rPr kumimoji="1" lang="ja-JP" altLang="en-US" sz="3200" dirty="0"/>
            <a:t>組織</a:t>
          </a:r>
        </a:p>
      </dgm:t>
    </dgm:pt>
    <dgm:pt modelId="{A734D625-1D0F-43E5-8486-A48D0A3F2819}" type="parTrans" cxnId="{4D77A435-9FF8-4BB9-BBF4-984C42EB82DB}">
      <dgm:prSet/>
      <dgm:spPr/>
      <dgm:t>
        <a:bodyPr/>
        <a:lstStyle/>
        <a:p>
          <a:endParaRPr kumimoji="1" lang="ja-JP" altLang="en-US"/>
        </a:p>
      </dgm:t>
    </dgm:pt>
    <dgm:pt modelId="{B286011A-2F88-4DEC-A652-B9F16602BB30}" type="sibTrans" cxnId="{4D77A435-9FF8-4BB9-BBF4-984C42EB82DB}">
      <dgm:prSet/>
      <dgm:spPr/>
      <dgm:t>
        <a:bodyPr/>
        <a:lstStyle/>
        <a:p>
          <a:endParaRPr kumimoji="1" lang="ja-JP" altLang="en-US"/>
        </a:p>
      </dgm:t>
    </dgm:pt>
    <dgm:pt modelId="{3E5BDEAF-18D5-4B5B-94E5-3F64A3E90E0F}">
      <dgm:prSet phldrT="[テキスト]" custT="1"/>
      <dgm:spPr/>
      <dgm:t>
        <a:bodyPr/>
        <a:lstStyle/>
        <a:p>
          <a:r>
            <a:rPr kumimoji="1" lang="ja-JP" altLang="en-US" sz="3200" dirty="0"/>
            <a:t>臓器</a:t>
          </a:r>
          <a:endParaRPr kumimoji="1" lang="en-US" altLang="ja-JP" sz="3200" dirty="0"/>
        </a:p>
        <a:p>
          <a:endParaRPr kumimoji="1" lang="ja-JP" altLang="en-US" sz="3200" dirty="0"/>
        </a:p>
      </dgm:t>
    </dgm:pt>
    <dgm:pt modelId="{5E22C314-9818-481C-AE00-FD9BE22FEC41}" type="parTrans" cxnId="{DCAC3BD9-22F7-4760-BB78-464E4CA4B762}">
      <dgm:prSet/>
      <dgm:spPr/>
      <dgm:t>
        <a:bodyPr/>
        <a:lstStyle/>
        <a:p>
          <a:endParaRPr kumimoji="1" lang="ja-JP" altLang="en-US"/>
        </a:p>
      </dgm:t>
    </dgm:pt>
    <dgm:pt modelId="{29183612-BE59-4E22-BD6A-E1900A47D7AF}" type="sibTrans" cxnId="{DCAC3BD9-22F7-4760-BB78-464E4CA4B762}">
      <dgm:prSet/>
      <dgm:spPr/>
      <dgm:t>
        <a:bodyPr/>
        <a:lstStyle/>
        <a:p>
          <a:endParaRPr kumimoji="1" lang="ja-JP" altLang="en-US"/>
        </a:p>
      </dgm:t>
    </dgm:pt>
    <dgm:pt modelId="{05EFB33A-0945-49C3-B2AA-878EC1C04ADC}">
      <dgm:prSet/>
      <dgm:spPr/>
      <dgm:t>
        <a:bodyPr/>
        <a:lstStyle/>
        <a:p>
          <a:endParaRPr kumimoji="1" lang="ja-JP" altLang="en-US"/>
        </a:p>
      </dgm:t>
    </dgm:pt>
    <dgm:pt modelId="{2401C8FD-3EDC-4F46-A40D-35230C3F25BB}" type="parTrans" cxnId="{66318134-003C-4228-A7F6-60FC0A73EC2F}">
      <dgm:prSet/>
      <dgm:spPr/>
      <dgm:t>
        <a:bodyPr/>
        <a:lstStyle/>
        <a:p>
          <a:endParaRPr kumimoji="1" lang="ja-JP" altLang="en-US"/>
        </a:p>
      </dgm:t>
    </dgm:pt>
    <dgm:pt modelId="{BAC52C2E-CD30-4505-A82A-35D14549B6DA}" type="sibTrans" cxnId="{66318134-003C-4228-A7F6-60FC0A73EC2F}">
      <dgm:prSet/>
      <dgm:spPr/>
      <dgm:t>
        <a:bodyPr/>
        <a:lstStyle/>
        <a:p>
          <a:endParaRPr kumimoji="1" lang="ja-JP" altLang="en-US"/>
        </a:p>
      </dgm:t>
    </dgm:pt>
    <dgm:pt modelId="{F67FB03B-11B7-4521-AAC2-D290FCD65743}">
      <dgm:prSet/>
      <dgm:spPr/>
      <dgm:t>
        <a:bodyPr/>
        <a:lstStyle/>
        <a:p>
          <a:endParaRPr kumimoji="1" lang="ja-JP" altLang="en-US"/>
        </a:p>
      </dgm:t>
    </dgm:pt>
    <dgm:pt modelId="{5E504AA8-C8E7-407A-A743-C7770C9F7649}" type="parTrans" cxnId="{BECF67D4-0C24-4D2F-998C-401A48E20053}">
      <dgm:prSet/>
      <dgm:spPr/>
      <dgm:t>
        <a:bodyPr/>
        <a:lstStyle/>
        <a:p>
          <a:endParaRPr kumimoji="1" lang="ja-JP" altLang="en-US"/>
        </a:p>
      </dgm:t>
    </dgm:pt>
    <dgm:pt modelId="{8FB85897-4F12-47F3-92CC-C483C9F3C990}" type="sibTrans" cxnId="{BECF67D4-0C24-4D2F-998C-401A48E20053}">
      <dgm:prSet/>
      <dgm:spPr/>
      <dgm:t>
        <a:bodyPr/>
        <a:lstStyle/>
        <a:p>
          <a:endParaRPr kumimoji="1" lang="ja-JP" altLang="en-US"/>
        </a:p>
      </dgm:t>
    </dgm:pt>
    <dgm:pt modelId="{8517B222-3333-41C7-8037-736CF8AF1C04}" type="pres">
      <dgm:prSet presAssocID="{727E537C-0056-4E99-9953-F2E5CDABD65A}" presName="arrowDiagram" presStyleCnt="0">
        <dgm:presLayoutVars>
          <dgm:chMax val="5"/>
          <dgm:dir/>
          <dgm:resizeHandles val="exact"/>
        </dgm:presLayoutVars>
      </dgm:prSet>
      <dgm:spPr/>
    </dgm:pt>
    <dgm:pt modelId="{95E88FA6-5261-466E-90FC-E1B8181B902C}" type="pres">
      <dgm:prSet presAssocID="{727E537C-0056-4E99-9953-F2E5CDABD65A}" presName="arrow" presStyleLbl="bgShp" presStyleIdx="0" presStyleCnt="1" custFlipVert="1" custFlipHor="1" custScaleX="98115" custScaleY="89038"/>
      <dgm:spPr/>
    </dgm:pt>
    <dgm:pt modelId="{D8DB6031-18C4-40DD-8201-633EA1A685CD}" type="pres">
      <dgm:prSet presAssocID="{727E537C-0056-4E99-9953-F2E5CDABD65A}" presName="arrowDiagram5" presStyleCnt="0"/>
      <dgm:spPr/>
    </dgm:pt>
    <dgm:pt modelId="{82215ABA-813B-4C5C-9C5E-9B3C60B1140F}" type="pres">
      <dgm:prSet presAssocID="{7DE90F09-0476-41DC-A2D5-10AAB03FA5C4}" presName="bullet5a" presStyleLbl="node1" presStyleIdx="0" presStyleCnt="5" custLinFactNeighborX="14800" custLinFactNeighborY="-59200"/>
      <dgm:spPr/>
    </dgm:pt>
    <dgm:pt modelId="{CAD5B33B-6B15-458A-B41D-4AAD3EFBE404}" type="pres">
      <dgm:prSet presAssocID="{7DE90F09-0476-41DC-A2D5-10AAB03FA5C4}" presName="textBox5a" presStyleLbl="revTx" presStyleIdx="0" presStyleCnt="5" custScaleX="123723" custScaleY="34780" custLinFactNeighborX="-97988" custLinFactNeighborY="21095">
        <dgm:presLayoutVars>
          <dgm:bulletEnabled val="1"/>
        </dgm:presLayoutVars>
      </dgm:prSet>
      <dgm:spPr/>
    </dgm:pt>
    <dgm:pt modelId="{363C3354-CE24-43E0-BC0E-2B88577AE994}" type="pres">
      <dgm:prSet presAssocID="{333C2414-747F-4F4C-9969-548AECE9EC20}" presName="bullet5b" presStyleLbl="node1" presStyleIdx="1" presStyleCnt="5" custLinFactY="100000" custLinFactNeighborX="14184" custLinFactNeighborY="119113"/>
      <dgm:spPr/>
    </dgm:pt>
    <dgm:pt modelId="{27D732D8-D5EA-4890-BE0E-21C3013DA42B}" type="pres">
      <dgm:prSet presAssocID="{333C2414-747F-4F4C-9969-548AECE9EC20}" presName="textBox5b" presStyleLbl="revTx" presStyleIdx="1" presStyleCnt="5" custScaleY="29989" custLinFactNeighborX="-6151" custLinFactNeighborY="22076">
        <dgm:presLayoutVars>
          <dgm:bulletEnabled val="1"/>
        </dgm:presLayoutVars>
      </dgm:prSet>
      <dgm:spPr/>
    </dgm:pt>
    <dgm:pt modelId="{DD034CC4-F3BA-4319-88D0-1B30D486C6A8}" type="pres">
      <dgm:prSet presAssocID="{3E5BDEAF-18D5-4B5B-94E5-3F64A3E90E0F}" presName="bullet5c" presStyleLbl="node1" presStyleIdx="2" presStyleCnt="5" custLinFactY="100000" custLinFactNeighborY="180121"/>
      <dgm:spPr/>
    </dgm:pt>
    <dgm:pt modelId="{34212CA2-8A68-4D03-9166-9EA191215954}" type="pres">
      <dgm:prSet presAssocID="{3E5BDEAF-18D5-4B5B-94E5-3F64A3E90E0F}" presName="textBox5c" presStyleLbl="revTx" presStyleIdx="2" presStyleCnt="5" custScaleY="16992" custLinFactNeighborX="7029" custLinFactNeighborY="8531">
        <dgm:presLayoutVars>
          <dgm:bulletEnabled val="1"/>
        </dgm:presLayoutVars>
      </dgm:prSet>
      <dgm:spPr/>
    </dgm:pt>
    <dgm:pt modelId="{F41679A1-E62A-408F-B237-A7656F0947CD}" type="pres">
      <dgm:prSet presAssocID="{05EFB33A-0945-49C3-B2AA-878EC1C04ADC}" presName="bullet5d" presStyleLbl="node1" presStyleIdx="3" presStyleCnt="5" custLinFactY="100000" custLinFactNeighborY="122354"/>
      <dgm:spPr/>
    </dgm:pt>
    <dgm:pt modelId="{AE5A3F1D-08A2-4D8B-8ACE-49BD231B0D71}" type="pres">
      <dgm:prSet presAssocID="{05EFB33A-0945-49C3-B2AA-878EC1C04ADC}" presName="textBox5d" presStyleLbl="revTx" presStyleIdx="3" presStyleCnt="5">
        <dgm:presLayoutVars>
          <dgm:bulletEnabled val="1"/>
        </dgm:presLayoutVars>
      </dgm:prSet>
      <dgm:spPr/>
    </dgm:pt>
    <dgm:pt modelId="{333AF03F-F6F2-45E5-BF51-68F8DA699A11}" type="pres">
      <dgm:prSet presAssocID="{F67FB03B-11B7-4521-AAC2-D290FCD65743}" presName="bullet5e" presStyleLbl="node1" presStyleIdx="4" presStyleCnt="5" custLinFactNeighborY="81885"/>
      <dgm:spPr/>
    </dgm:pt>
    <dgm:pt modelId="{1D3FFB8F-773E-482B-AF0E-78F9DC9D0347}" type="pres">
      <dgm:prSet presAssocID="{F67FB03B-11B7-4521-AAC2-D290FCD65743}" presName="textBox5e" presStyleLbl="revTx" presStyleIdx="4" presStyleCnt="5">
        <dgm:presLayoutVars>
          <dgm:bulletEnabled val="1"/>
        </dgm:presLayoutVars>
      </dgm:prSet>
      <dgm:spPr/>
    </dgm:pt>
  </dgm:ptLst>
  <dgm:cxnLst>
    <dgm:cxn modelId="{09748508-6E0E-4F7E-B028-6CF1A80B6E92}" type="presOf" srcId="{05EFB33A-0945-49C3-B2AA-878EC1C04ADC}" destId="{AE5A3F1D-08A2-4D8B-8ACE-49BD231B0D71}" srcOrd="0" destOrd="0" presId="urn:microsoft.com/office/officeart/2005/8/layout/arrow2"/>
    <dgm:cxn modelId="{66318134-003C-4228-A7F6-60FC0A73EC2F}" srcId="{727E537C-0056-4E99-9953-F2E5CDABD65A}" destId="{05EFB33A-0945-49C3-B2AA-878EC1C04ADC}" srcOrd="3" destOrd="0" parTransId="{2401C8FD-3EDC-4F46-A40D-35230C3F25BB}" sibTransId="{BAC52C2E-CD30-4505-A82A-35D14549B6DA}"/>
    <dgm:cxn modelId="{4D77A435-9FF8-4BB9-BBF4-984C42EB82DB}" srcId="{727E537C-0056-4E99-9953-F2E5CDABD65A}" destId="{333C2414-747F-4F4C-9969-548AECE9EC20}" srcOrd="1" destOrd="0" parTransId="{A734D625-1D0F-43E5-8486-A48D0A3F2819}" sibTransId="{B286011A-2F88-4DEC-A652-B9F16602BB30}"/>
    <dgm:cxn modelId="{48A3D893-DF36-4A70-8E2B-BF4E688C463A}" type="presOf" srcId="{727E537C-0056-4E99-9953-F2E5CDABD65A}" destId="{8517B222-3333-41C7-8037-736CF8AF1C04}" srcOrd="0" destOrd="0" presId="urn:microsoft.com/office/officeart/2005/8/layout/arrow2"/>
    <dgm:cxn modelId="{9F7953A9-7DE4-4309-9725-54EE8262B7F6}" srcId="{727E537C-0056-4E99-9953-F2E5CDABD65A}" destId="{7DE90F09-0476-41DC-A2D5-10AAB03FA5C4}" srcOrd="0" destOrd="0" parTransId="{10F2966F-235B-4000-9FD6-6158FFA3FEC6}" sibTransId="{9AED41FF-31E5-4B0E-8E97-0BBECA53AC20}"/>
    <dgm:cxn modelId="{300DECC4-A733-4EC6-ABFE-75D3E459EA4C}" type="presOf" srcId="{7DE90F09-0476-41DC-A2D5-10AAB03FA5C4}" destId="{CAD5B33B-6B15-458A-B41D-4AAD3EFBE404}" srcOrd="0" destOrd="0" presId="urn:microsoft.com/office/officeart/2005/8/layout/arrow2"/>
    <dgm:cxn modelId="{4FE5FECF-D312-427C-8088-BBD97A26A7FC}" type="presOf" srcId="{F67FB03B-11B7-4521-AAC2-D290FCD65743}" destId="{1D3FFB8F-773E-482B-AF0E-78F9DC9D0347}" srcOrd="0" destOrd="0" presId="urn:microsoft.com/office/officeart/2005/8/layout/arrow2"/>
    <dgm:cxn modelId="{BECF67D4-0C24-4D2F-998C-401A48E20053}" srcId="{727E537C-0056-4E99-9953-F2E5CDABD65A}" destId="{F67FB03B-11B7-4521-AAC2-D290FCD65743}" srcOrd="4" destOrd="0" parTransId="{5E504AA8-C8E7-407A-A743-C7770C9F7649}" sibTransId="{8FB85897-4F12-47F3-92CC-C483C9F3C990}"/>
    <dgm:cxn modelId="{DCAC3BD9-22F7-4760-BB78-464E4CA4B762}" srcId="{727E537C-0056-4E99-9953-F2E5CDABD65A}" destId="{3E5BDEAF-18D5-4B5B-94E5-3F64A3E90E0F}" srcOrd="2" destOrd="0" parTransId="{5E22C314-9818-481C-AE00-FD9BE22FEC41}" sibTransId="{29183612-BE59-4E22-BD6A-E1900A47D7AF}"/>
    <dgm:cxn modelId="{3B0994F4-DB20-4678-99D4-3E758CD98083}" type="presOf" srcId="{3E5BDEAF-18D5-4B5B-94E5-3F64A3E90E0F}" destId="{34212CA2-8A68-4D03-9166-9EA191215954}" srcOrd="0" destOrd="0" presId="urn:microsoft.com/office/officeart/2005/8/layout/arrow2"/>
    <dgm:cxn modelId="{22A01BF9-04F1-4C21-9A47-1341D9C4E93A}" type="presOf" srcId="{333C2414-747F-4F4C-9969-548AECE9EC20}" destId="{27D732D8-D5EA-4890-BE0E-21C3013DA42B}" srcOrd="0" destOrd="0" presId="urn:microsoft.com/office/officeart/2005/8/layout/arrow2"/>
    <dgm:cxn modelId="{E949F2A9-2BFA-4ABB-A7F8-A3A20E0FB656}" type="presParOf" srcId="{8517B222-3333-41C7-8037-736CF8AF1C04}" destId="{95E88FA6-5261-466E-90FC-E1B8181B902C}" srcOrd="0" destOrd="0" presId="urn:microsoft.com/office/officeart/2005/8/layout/arrow2"/>
    <dgm:cxn modelId="{DC584D2E-4C26-49D3-BCB5-B1AF925ADDA0}" type="presParOf" srcId="{8517B222-3333-41C7-8037-736CF8AF1C04}" destId="{D8DB6031-18C4-40DD-8201-633EA1A685CD}" srcOrd="1" destOrd="0" presId="urn:microsoft.com/office/officeart/2005/8/layout/arrow2"/>
    <dgm:cxn modelId="{51113CD5-CF9F-4DBF-A2C8-166CA4CFE6E0}" type="presParOf" srcId="{D8DB6031-18C4-40DD-8201-633EA1A685CD}" destId="{82215ABA-813B-4C5C-9C5E-9B3C60B1140F}" srcOrd="0" destOrd="0" presId="urn:microsoft.com/office/officeart/2005/8/layout/arrow2"/>
    <dgm:cxn modelId="{AF46B84D-782F-4D40-B80F-52B14C2108FF}" type="presParOf" srcId="{D8DB6031-18C4-40DD-8201-633EA1A685CD}" destId="{CAD5B33B-6B15-458A-B41D-4AAD3EFBE404}" srcOrd="1" destOrd="0" presId="urn:microsoft.com/office/officeart/2005/8/layout/arrow2"/>
    <dgm:cxn modelId="{0648A390-FB0F-4C4E-BA1E-FD1C1849857D}" type="presParOf" srcId="{D8DB6031-18C4-40DD-8201-633EA1A685CD}" destId="{363C3354-CE24-43E0-BC0E-2B88577AE994}" srcOrd="2" destOrd="0" presId="urn:microsoft.com/office/officeart/2005/8/layout/arrow2"/>
    <dgm:cxn modelId="{9F7C848B-F0D0-4174-9566-28D2A53BB055}" type="presParOf" srcId="{D8DB6031-18C4-40DD-8201-633EA1A685CD}" destId="{27D732D8-D5EA-4890-BE0E-21C3013DA42B}" srcOrd="3" destOrd="0" presId="urn:microsoft.com/office/officeart/2005/8/layout/arrow2"/>
    <dgm:cxn modelId="{3B36876B-39EF-4036-94E8-2FED277B046A}" type="presParOf" srcId="{D8DB6031-18C4-40DD-8201-633EA1A685CD}" destId="{DD034CC4-F3BA-4319-88D0-1B30D486C6A8}" srcOrd="4" destOrd="0" presId="urn:microsoft.com/office/officeart/2005/8/layout/arrow2"/>
    <dgm:cxn modelId="{241C03AA-977E-4A31-9C73-A1031D47A46B}" type="presParOf" srcId="{D8DB6031-18C4-40DD-8201-633EA1A685CD}" destId="{34212CA2-8A68-4D03-9166-9EA191215954}" srcOrd="5" destOrd="0" presId="urn:microsoft.com/office/officeart/2005/8/layout/arrow2"/>
    <dgm:cxn modelId="{FDD60135-52F5-4C51-AC67-12DD2A5CF6E1}" type="presParOf" srcId="{D8DB6031-18C4-40DD-8201-633EA1A685CD}" destId="{F41679A1-E62A-408F-B237-A7656F0947CD}" srcOrd="6" destOrd="0" presId="urn:microsoft.com/office/officeart/2005/8/layout/arrow2"/>
    <dgm:cxn modelId="{5D6A592E-5187-4A13-B67F-72813A0FF679}" type="presParOf" srcId="{D8DB6031-18C4-40DD-8201-633EA1A685CD}" destId="{AE5A3F1D-08A2-4D8B-8ACE-49BD231B0D71}" srcOrd="7" destOrd="0" presId="urn:microsoft.com/office/officeart/2005/8/layout/arrow2"/>
    <dgm:cxn modelId="{8C3F2A0A-C283-44C2-B940-7AAE1B198978}" type="presParOf" srcId="{D8DB6031-18C4-40DD-8201-633EA1A685CD}" destId="{333AF03F-F6F2-45E5-BF51-68F8DA699A11}" srcOrd="8" destOrd="0" presId="urn:microsoft.com/office/officeart/2005/8/layout/arrow2"/>
    <dgm:cxn modelId="{EA334C49-CE5A-4ADD-9B09-9E8250AEAD87}" type="presParOf" srcId="{D8DB6031-18C4-40DD-8201-633EA1A685CD}" destId="{1D3FFB8F-773E-482B-AF0E-78F9DC9D0347}" srcOrd="9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27E537C-0056-4E99-9953-F2E5CDABD65A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7DE90F09-0476-41DC-A2D5-10AAB03FA5C4}">
      <dgm:prSet phldrT="[テキスト]" custT="1"/>
      <dgm:spPr/>
      <dgm:t>
        <a:bodyPr/>
        <a:lstStyle/>
        <a:p>
          <a:r>
            <a:rPr kumimoji="1" lang="ja-JP" altLang="en-US" sz="3200" dirty="0"/>
            <a:t>細胞</a:t>
          </a:r>
        </a:p>
      </dgm:t>
    </dgm:pt>
    <dgm:pt modelId="{10F2966F-235B-4000-9FD6-6158FFA3FEC6}" type="parTrans" cxnId="{9F7953A9-7DE4-4309-9725-54EE8262B7F6}">
      <dgm:prSet/>
      <dgm:spPr/>
      <dgm:t>
        <a:bodyPr/>
        <a:lstStyle/>
        <a:p>
          <a:endParaRPr kumimoji="1" lang="ja-JP" altLang="en-US"/>
        </a:p>
      </dgm:t>
    </dgm:pt>
    <dgm:pt modelId="{9AED41FF-31E5-4B0E-8E97-0BBECA53AC20}" type="sibTrans" cxnId="{9F7953A9-7DE4-4309-9725-54EE8262B7F6}">
      <dgm:prSet/>
      <dgm:spPr/>
      <dgm:t>
        <a:bodyPr/>
        <a:lstStyle/>
        <a:p>
          <a:endParaRPr kumimoji="1" lang="ja-JP" altLang="en-US"/>
        </a:p>
      </dgm:t>
    </dgm:pt>
    <dgm:pt modelId="{333C2414-747F-4F4C-9969-548AECE9EC20}">
      <dgm:prSet phldrT="[テキスト]" custT="1"/>
      <dgm:spPr/>
      <dgm:t>
        <a:bodyPr/>
        <a:lstStyle/>
        <a:p>
          <a:r>
            <a:rPr kumimoji="1" lang="ja-JP" altLang="en-US" sz="3200" dirty="0"/>
            <a:t>組織</a:t>
          </a:r>
        </a:p>
      </dgm:t>
    </dgm:pt>
    <dgm:pt modelId="{A734D625-1D0F-43E5-8486-A48D0A3F2819}" type="parTrans" cxnId="{4D77A435-9FF8-4BB9-BBF4-984C42EB82DB}">
      <dgm:prSet/>
      <dgm:spPr/>
      <dgm:t>
        <a:bodyPr/>
        <a:lstStyle/>
        <a:p>
          <a:endParaRPr kumimoji="1" lang="ja-JP" altLang="en-US"/>
        </a:p>
      </dgm:t>
    </dgm:pt>
    <dgm:pt modelId="{B286011A-2F88-4DEC-A652-B9F16602BB30}" type="sibTrans" cxnId="{4D77A435-9FF8-4BB9-BBF4-984C42EB82DB}">
      <dgm:prSet/>
      <dgm:spPr/>
      <dgm:t>
        <a:bodyPr/>
        <a:lstStyle/>
        <a:p>
          <a:endParaRPr kumimoji="1" lang="ja-JP" altLang="en-US"/>
        </a:p>
      </dgm:t>
    </dgm:pt>
    <dgm:pt modelId="{3E5BDEAF-18D5-4B5B-94E5-3F64A3E90E0F}">
      <dgm:prSet phldrT="[テキスト]" custT="1"/>
      <dgm:spPr/>
      <dgm:t>
        <a:bodyPr/>
        <a:lstStyle/>
        <a:p>
          <a:r>
            <a:rPr kumimoji="1" lang="ja-JP" altLang="en-US" sz="3200" dirty="0"/>
            <a:t>臓器</a:t>
          </a:r>
          <a:endParaRPr kumimoji="1" lang="en-US" altLang="ja-JP" sz="3200" dirty="0"/>
        </a:p>
        <a:p>
          <a:endParaRPr kumimoji="1" lang="ja-JP" altLang="en-US" sz="3200" dirty="0"/>
        </a:p>
      </dgm:t>
    </dgm:pt>
    <dgm:pt modelId="{5E22C314-9818-481C-AE00-FD9BE22FEC41}" type="parTrans" cxnId="{DCAC3BD9-22F7-4760-BB78-464E4CA4B762}">
      <dgm:prSet/>
      <dgm:spPr/>
      <dgm:t>
        <a:bodyPr/>
        <a:lstStyle/>
        <a:p>
          <a:endParaRPr kumimoji="1" lang="ja-JP" altLang="en-US"/>
        </a:p>
      </dgm:t>
    </dgm:pt>
    <dgm:pt modelId="{29183612-BE59-4E22-BD6A-E1900A47D7AF}" type="sibTrans" cxnId="{DCAC3BD9-22F7-4760-BB78-464E4CA4B762}">
      <dgm:prSet/>
      <dgm:spPr/>
      <dgm:t>
        <a:bodyPr/>
        <a:lstStyle/>
        <a:p>
          <a:endParaRPr kumimoji="1" lang="ja-JP" altLang="en-US"/>
        </a:p>
      </dgm:t>
    </dgm:pt>
    <dgm:pt modelId="{05EFB33A-0945-49C3-B2AA-878EC1C04ADC}">
      <dgm:prSet/>
      <dgm:spPr/>
      <dgm:t>
        <a:bodyPr/>
        <a:lstStyle/>
        <a:p>
          <a:endParaRPr kumimoji="1" lang="ja-JP" altLang="en-US"/>
        </a:p>
      </dgm:t>
    </dgm:pt>
    <dgm:pt modelId="{2401C8FD-3EDC-4F46-A40D-35230C3F25BB}" type="parTrans" cxnId="{66318134-003C-4228-A7F6-60FC0A73EC2F}">
      <dgm:prSet/>
      <dgm:spPr/>
      <dgm:t>
        <a:bodyPr/>
        <a:lstStyle/>
        <a:p>
          <a:endParaRPr kumimoji="1" lang="ja-JP" altLang="en-US"/>
        </a:p>
      </dgm:t>
    </dgm:pt>
    <dgm:pt modelId="{BAC52C2E-CD30-4505-A82A-35D14549B6DA}" type="sibTrans" cxnId="{66318134-003C-4228-A7F6-60FC0A73EC2F}">
      <dgm:prSet/>
      <dgm:spPr/>
      <dgm:t>
        <a:bodyPr/>
        <a:lstStyle/>
        <a:p>
          <a:endParaRPr kumimoji="1" lang="ja-JP" altLang="en-US"/>
        </a:p>
      </dgm:t>
    </dgm:pt>
    <dgm:pt modelId="{F67FB03B-11B7-4521-AAC2-D290FCD65743}">
      <dgm:prSet/>
      <dgm:spPr/>
      <dgm:t>
        <a:bodyPr/>
        <a:lstStyle/>
        <a:p>
          <a:endParaRPr kumimoji="1" lang="ja-JP" altLang="en-US"/>
        </a:p>
      </dgm:t>
    </dgm:pt>
    <dgm:pt modelId="{5E504AA8-C8E7-407A-A743-C7770C9F7649}" type="parTrans" cxnId="{BECF67D4-0C24-4D2F-998C-401A48E20053}">
      <dgm:prSet/>
      <dgm:spPr/>
      <dgm:t>
        <a:bodyPr/>
        <a:lstStyle/>
        <a:p>
          <a:endParaRPr kumimoji="1" lang="ja-JP" altLang="en-US"/>
        </a:p>
      </dgm:t>
    </dgm:pt>
    <dgm:pt modelId="{8FB85897-4F12-47F3-92CC-C483C9F3C990}" type="sibTrans" cxnId="{BECF67D4-0C24-4D2F-998C-401A48E20053}">
      <dgm:prSet/>
      <dgm:spPr/>
      <dgm:t>
        <a:bodyPr/>
        <a:lstStyle/>
        <a:p>
          <a:endParaRPr kumimoji="1" lang="ja-JP" altLang="en-US"/>
        </a:p>
      </dgm:t>
    </dgm:pt>
    <dgm:pt modelId="{8517B222-3333-41C7-8037-736CF8AF1C04}" type="pres">
      <dgm:prSet presAssocID="{727E537C-0056-4E99-9953-F2E5CDABD65A}" presName="arrowDiagram" presStyleCnt="0">
        <dgm:presLayoutVars>
          <dgm:chMax val="5"/>
          <dgm:dir/>
          <dgm:resizeHandles val="exact"/>
        </dgm:presLayoutVars>
      </dgm:prSet>
      <dgm:spPr/>
    </dgm:pt>
    <dgm:pt modelId="{95E88FA6-5261-466E-90FC-E1B8181B902C}" type="pres">
      <dgm:prSet presAssocID="{727E537C-0056-4E99-9953-F2E5CDABD65A}" presName="arrow" presStyleLbl="bgShp" presStyleIdx="0" presStyleCnt="1" custFlipVert="1" custFlipHor="1" custScaleX="98115" custScaleY="89038"/>
      <dgm:spPr/>
    </dgm:pt>
    <dgm:pt modelId="{D8DB6031-18C4-40DD-8201-633EA1A685CD}" type="pres">
      <dgm:prSet presAssocID="{727E537C-0056-4E99-9953-F2E5CDABD65A}" presName="arrowDiagram5" presStyleCnt="0"/>
      <dgm:spPr/>
    </dgm:pt>
    <dgm:pt modelId="{82215ABA-813B-4C5C-9C5E-9B3C60B1140F}" type="pres">
      <dgm:prSet presAssocID="{7DE90F09-0476-41DC-A2D5-10AAB03FA5C4}" presName="bullet5a" presStyleLbl="node1" presStyleIdx="0" presStyleCnt="5" custLinFactNeighborX="14800" custLinFactNeighborY="-59200"/>
      <dgm:spPr/>
    </dgm:pt>
    <dgm:pt modelId="{CAD5B33B-6B15-458A-B41D-4AAD3EFBE404}" type="pres">
      <dgm:prSet presAssocID="{7DE90F09-0476-41DC-A2D5-10AAB03FA5C4}" presName="textBox5a" presStyleLbl="revTx" presStyleIdx="0" presStyleCnt="5" custScaleX="123723" custScaleY="34780" custLinFactNeighborX="-97988" custLinFactNeighborY="21095">
        <dgm:presLayoutVars>
          <dgm:bulletEnabled val="1"/>
        </dgm:presLayoutVars>
      </dgm:prSet>
      <dgm:spPr/>
    </dgm:pt>
    <dgm:pt modelId="{363C3354-CE24-43E0-BC0E-2B88577AE994}" type="pres">
      <dgm:prSet presAssocID="{333C2414-747F-4F4C-9969-548AECE9EC20}" presName="bullet5b" presStyleLbl="node1" presStyleIdx="1" presStyleCnt="5" custLinFactY="100000" custLinFactNeighborX="14184" custLinFactNeighborY="119113"/>
      <dgm:spPr/>
    </dgm:pt>
    <dgm:pt modelId="{27D732D8-D5EA-4890-BE0E-21C3013DA42B}" type="pres">
      <dgm:prSet presAssocID="{333C2414-747F-4F4C-9969-548AECE9EC20}" presName="textBox5b" presStyleLbl="revTx" presStyleIdx="1" presStyleCnt="5" custScaleY="29989" custLinFactNeighborX="-6151" custLinFactNeighborY="22076">
        <dgm:presLayoutVars>
          <dgm:bulletEnabled val="1"/>
        </dgm:presLayoutVars>
      </dgm:prSet>
      <dgm:spPr/>
    </dgm:pt>
    <dgm:pt modelId="{DD034CC4-F3BA-4319-88D0-1B30D486C6A8}" type="pres">
      <dgm:prSet presAssocID="{3E5BDEAF-18D5-4B5B-94E5-3F64A3E90E0F}" presName="bullet5c" presStyleLbl="node1" presStyleIdx="2" presStyleCnt="5" custLinFactY="100000" custLinFactNeighborY="180121"/>
      <dgm:spPr/>
    </dgm:pt>
    <dgm:pt modelId="{34212CA2-8A68-4D03-9166-9EA191215954}" type="pres">
      <dgm:prSet presAssocID="{3E5BDEAF-18D5-4B5B-94E5-3F64A3E90E0F}" presName="textBox5c" presStyleLbl="revTx" presStyleIdx="2" presStyleCnt="5" custScaleY="16992" custLinFactNeighborX="7029" custLinFactNeighborY="8531">
        <dgm:presLayoutVars>
          <dgm:bulletEnabled val="1"/>
        </dgm:presLayoutVars>
      </dgm:prSet>
      <dgm:spPr/>
    </dgm:pt>
    <dgm:pt modelId="{F41679A1-E62A-408F-B237-A7656F0947CD}" type="pres">
      <dgm:prSet presAssocID="{05EFB33A-0945-49C3-B2AA-878EC1C04ADC}" presName="bullet5d" presStyleLbl="node1" presStyleIdx="3" presStyleCnt="5" custLinFactY="100000" custLinFactNeighborY="122354"/>
      <dgm:spPr/>
    </dgm:pt>
    <dgm:pt modelId="{AE5A3F1D-08A2-4D8B-8ACE-49BD231B0D71}" type="pres">
      <dgm:prSet presAssocID="{05EFB33A-0945-49C3-B2AA-878EC1C04ADC}" presName="textBox5d" presStyleLbl="revTx" presStyleIdx="3" presStyleCnt="5">
        <dgm:presLayoutVars>
          <dgm:bulletEnabled val="1"/>
        </dgm:presLayoutVars>
      </dgm:prSet>
      <dgm:spPr/>
    </dgm:pt>
    <dgm:pt modelId="{333AF03F-F6F2-45E5-BF51-68F8DA699A11}" type="pres">
      <dgm:prSet presAssocID="{F67FB03B-11B7-4521-AAC2-D290FCD65743}" presName="bullet5e" presStyleLbl="node1" presStyleIdx="4" presStyleCnt="5" custLinFactNeighborY="81885"/>
      <dgm:spPr/>
    </dgm:pt>
    <dgm:pt modelId="{1D3FFB8F-773E-482B-AF0E-78F9DC9D0347}" type="pres">
      <dgm:prSet presAssocID="{F67FB03B-11B7-4521-AAC2-D290FCD65743}" presName="textBox5e" presStyleLbl="revTx" presStyleIdx="4" presStyleCnt="5">
        <dgm:presLayoutVars>
          <dgm:bulletEnabled val="1"/>
        </dgm:presLayoutVars>
      </dgm:prSet>
      <dgm:spPr/>
    </dgm:pt>
  </dgm:ptLst>
  <dgm:cxnLst>
    <dgm:cxn modelId="{09748508-6E0E-4F7E-B028-6CF1A80B6E92}" type="presOf" srcId="{05EFB33A-0945-49C3-B2AA-878EC1C04ADC}" destId="{AE5A3F1D-08A2-4D8B-8ACE-49BD231B0D71}" srcOrd="0" destOrd="0" presId="urn:microsoft.com/office/officeart/2005/8/layout/arrow2"/>
    <dgm:cxn modelId="{66318134-003C-4228-A7F6-60FC0A73EC2F}" srcId="{727E537C-0056-4E99-9953-F2E5CDABD65A}" destId="{05EFB33A-0945-49C3-B2AA-878EC1C04ADC}" srcOrd="3" destOrd="0" parTransId="{2401C8FD-3EDC-4F46-A40D-35230C3F25BB}" sibTransId="{BAC52C2E-CD30-4505-A82A-35D14549B6DA}"/>
    <dgm:cxn modelId="{4D77A435-9FF8-4BB9-BBF4-984C42EB82DB}" srcId="{727E537C-0056-4E99-9953-F2E5CDABD65A}" destId="{333C2414-747F-4F4C-9969-548AECE9EC20}" srcOrd="1" destOrd="0" parTransId="{A734D625-1D0F-43E5-8486-A48D0A3F2819}" sibTransId="{B286011A-2F88-4DEC-A652-B9F16602BB30}"/>
    <dgm:cxn modelId="{48A3D893-DF36-4A70-8E2B-BF4E688C463A}" type="presOf" srcId="{727E537C-0056-4E99-9953-F2E5CDABD65A}" destId="{8517B222-3333-41C7-8037-736CF8AF1C04}" srcOrd="0" destOrd="0" presId="urn:microsoft.com/office/officeart/2005/8/layout/arrow2"/>
    <dgm:cxn modelId="{9F7953A9-7DE4-4309-9725-54EE8262B7F6}" srcId="{727E537C-0056-4E99-9953-F2E5CDABD65A}" destId="{7DE90F09-0476-41DC-A2D5-10AAB03FA5C4}" srcOrd="0" destOrd="0" parTransId="{10F2966F-235B-4000-9FD6-6158FFA3FEC6}" sibTransId="{9AED41FF-31E5-4B0E-8E97-0BBECA53AC20}"/>
    <dgm:cxn modelId="{300DECC4-A733-4EC6-ABFE-75D3E459EA4C}" type="presOf" srcId="{7DE90F09-0476-41DC-A2D5-10AAB03FA5C4}" destId="{CAD5B33B-6B15-458A-B41D-4AAD3EFBE404}" srcOrd="0" destOrd="0" presId="urn:microsoft.com/office/officeart/2005/8/layout/arrow2"/>
    <dgm:cxn modelId="{4FE5FECF-D312-427C-8088-BBD97A26A7FC}" type="presOf" srcId="{F67FB03B-11B7-4521-AAC2-D290FCD65743}" destId="{1D3FFB8F-773E-482B-AF0E-78F9DC9D0347}" srcOrd="0" destOrd="0" presId="urn:microsoft.com/office/officeart/2005/8/layout/arrow2"/>
    <dgm:cxn modelId="{BECF67D4-0C24-4D2F-998C-401A48E20053}" srcId="{727E537C-0056-4E99-9953-F2E5CDABD65A}" destId="{F67FB03B-11B7-4521-AAC2-D290FCD65743}" srcOrd="4" destOrd="0" parTransId="{5E504AA8-C8E7-407A-A743-C7770C9F7649}" sibTransId="{8FB85897-4F12-47F3-92CC-C483C9F3C990}"/>
    <dgm:cxn modelId="{DCAC3BD9-22F7-4760-BB78-464E4CA4B762}" srcId="{727E537C-0056-4E99-9953-F2E5CDABD65A}" destId="{3E5BDEAF-18D5-4B5B-94E5-3F64A3E90E0F}" srcOrd="2" destOrd="0" parTransId="{5E22C314-9818-481C-AE00-FD9BE22FEC41}" sibTransId="{29183612-BE59-4E22-BD6A-E1900A47D7AF}"/>
    <dgm:cxn modelId="{3B0994F4-DB20-4678-99D4-3E758CD98083}" type="presOf" srcId="{3E5BDEAF-18D5-4B5B-94E5-3F64A3E90E0F}" destId="{34212CA2-8A68-4D03-9166-9EA191215954}" srcOrd="0" destOrd="0" presId="urn:microsoft.com/office/officeart/2005/8/layout/arrow2"/>
    <dgm:cxn modelId="{22A01BF9-04F1-4C21-9A47-1341D9C4E93A}" type="presOf" srcId="{333C2414-747F-4F4C-9969-548AECE9EC20}" destId="{27D732D8-D5EA-4890-BE0E-21C3013DA42B}" srcOrd="0" destOrd="0" presId="urn:microsoft.com/office/officeart/2005/8/layout/arrow2"/>
    <dgm:cxn modelId="{E949F2A9-2BFA-4ABB-A7F8-A3A20E0FB656}" type="presParOf" srcId="{8517B222-3333-41C7-8037-736CF8AF1C04}" destId="{95E88FA6-5261-466E-90FC-E1B8181B902C}" srcOrd="0" destOrd="0" presId="urn:microsoft.com/office/officeart/2005/8/layout/arrow2"/>
    <dgm:cxn modelId="{DC584D2E-4C26-49D3-BCB5-B1AF925ADDA0}" type="presParOf" srcId="{8517B222-3333-41C7-8037-736CF8AF1C04}" destId="{D8DB6031-18C4-40DD-8201-633EA1A685CD}" srcOrd="1" destOrd="0" presId="urn:microsoft.com/office/officeart/2005/8/layout/arrow2"/>
    <dgm:cxn modelId="{51113CD5-CF9F-4DBF-A2C8-166CA4CFE6E0}" type="presParOf" srcId="{D8DB6031-18C4-40DD-8201-633EA1A685CD}" destId="{82215ABA-813B-4C5C-9C5E-9B3C60B1140F}" srcOrd="0" destOrd="0" presId="urn:microsoft.com/office/officeart/2005/8/layout/arrow2"/>
    <dgm:cxn modelId="{AF46B84D-782F-4D40-B80F-52B14C2108FF}" type="presParOf" srcId="{D8DB6031-18C4-40DD-8201-633EA1A685CD}" destId="{CAD5B33B-6B15-458A-B41D-4AAD3EFBE404}" srcOrd="1" destOrd="0" presId="urn:microsoft.com/office/officeart/2005/8/layout/arrow2"/>
    <dgm:cxn modelId="{0648A390-FB0F-4C4E-BA1E-FD1C1849857D}" type="presParOf" srcId="{D8DB6031-18C4-40DD-8201-633EA1A685CD}" destId="{363C3354-CE24-43E0-BC0E-2B88577AE994}" srcOrd="2" destOrd="0" presId="urn:microsoft.com/office/officeart/2005/8/layout/arrow2"/>
    <dgm:cxn modelId="{9F7C848B-F0D0-4174-9566-28D2A53BB055}" type="presParOf" srcId="{D8DB6031-18C4-40DD-8201-633EA1A685CD}" destId="{27D732D8-D5EA-4890-BE0E-21C3013DA42B}" srcOrd="3" destOrd="0" presId="urn:microsoft.com/office/officeart/2005/8/layout/arrow2"/>
    <dgm:cxn modelId="{3B36876B-39EF-4036-94E8-2FED277B046A}" type="presParOf" srcId="{D8DB6031-18C4-40DD-8201-633EA1A685CD}" destId="{DD034CC4-F3BA-4319-88D0-1B30D486C6A8}" srcOrd="4" destOrd="0" presId="urn:microsoft.com/office/officeart/2005/8/layout/arrow2"/>
    <dgm:cxn modelId="{241C03AA-977E-4A31-9C73-A1031D47A46B}" type="presParOf" srcId="{D8DB6031-18C4-40DD-8201-633EA1A685CD}" destId="{34212CA2-8A68-4D03-9166-9EA191215954}" srcOrd="5" destOrd="0" presId="urn:microsoft.com/office/officeart/2005/8/layout/arrow2"/>
    <dgm:cxn modelId="{FDD60135-52F5-4C51-AC67-12DD2A5CF6E1}" type="presParOf" srcId="{D8DB6031-18C4-40DD-8201-633EA1A685CD}" destId="{F41679A1-E62A-408F-B237-A7656F0947CD}" srcOrd="6" destOrd="0" presId="urn:microsoft.com/office/officeart/2005/8/layout/arrow2"/>
    <dgm:cxn modelId="{5D6A592E-5187-4A13-B67F-72813A0FF679}" type="presParOf" srcId="{D8DB6031-18C4-40DD-8201-633EA1A685CD}" destId="{AE5A3F1D-08A2-4D8B-8ACE-49BD231B0D71}" srcOrd="7" destOrd="0" presId="urn:microsoft.com/office/officeart/2005/8/layout/arrow2"/>
    <dgm:cxn modelId="{8C3F2A0A-C283-44C2-B940-7AAE1B198978}" type="presParOf" srcId="{D8DB6031-18C4-40DD-8201-633EA1A685CD}" destId="{333AF03F-F6F2-45E5-BF51-68F8DA699A11}" srcOrd="8" destOrd="0" presId="urn:microsoft.com/office/officeart/2005/8/layout/arrow2"/>
    <dgm:cxn modelId="{EA334C49-CE5A-4ADD-9B09-9E8250AEAD87}" type="presParOf" srcId="{D8DB6031-18C4-40DD-8201-633EA1A685CD}" destId="{1D3FFB8F-773E-482B-AF0E-78F9DC9D0347}" srcOrd="9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27E537C-0056-4E99-9953-F2E5CDABD65A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7DE90F09-0476-41DC-A2D5-10AAB03FA5C4}">
      <dgm:prSet phldrT="[テキスト]" custT="1"/>
      <dgm:spPr/>
      <dgm:t>
        <a:bodyPr/>
        <a:lstStyle/>
        <a:p>
          <a:r>
            <a:rPr kumimoji="1" lang="ja-JP" altLang="en-US" sz="3200" dirty="0"/>
            <a:t>細胞</a:t>
          </a:r>
        </a:p>
      </dgm:t>
    </dgm:pt>
    <dgm:pt modelId="{10F2966F-235B-4000-9FD6-6158FFA3FEC6}" type="parTrans" cxnId="{9F7953A9-7DE4-4309-9725-54EE8262B7F6}">
      <dgm:prSet/>
      <dgm:spPr/>
      <dgm:t>
        <a:bodyPr/>
        <a:lstStyle/>
        <a:p>
          <a:endParaRPr kumimoji="1" lang="ja-JP" altLang="en-US"/>
        </a:p>
      </dgm:t>
    </dgm:pt>
    <dgm:pt modelId="{9AED41FF-31E5-4B0E-8E97-0BBECA53AC20}" type="sibTrans" cxnId="{9F7953A9-7DE4-4309-9725-54EE8262B7F6}">
      <dgm:prSet/>
      <dgm:spPr/>
      <dgm:t>
        <a:bodyPr/>
        <a:lstStyle/>
        <a:p>
          <a:endParaRPr kumimoji="1" lang="ja-JP" altLang="en-US"/>
        </a:p>
      </dgm:t>
    </dgm:pt>
    <dgm:pt modelId="{333C2414-747F-4F4C-9969-548AECE9EC20}">
      <dgm:prSet phldrT="[テキスト]" custT="1"/>
      <dgm:spPr/>
      <dgm:t>
        <a:bodyPr/>
        <a:lstStyle/>
        <a:p>
          <a:r>
            <a:rPr kumimoji="1" lang="ja-JP" altLang="en-US" sz="3200" dirty="0"/>
            <a:t>組織</a:t>
          </a:r>
        </a:p>
      </dgm:t>
    </dgm:pt>
    <dgm:pt modelId="{A734D625-1D0F-43E5-8486-A48D0A3F2819}" type="parTrans" cxnId="{4D77A435-9FF8-4BB9-BBF4-984C42EB82DB}">
      <dgm:prSet/>
      <dgm:spPr/>
      <dgm:t>
        <a:bodyPr/>
        <a:lstStyle/>
        <a:p>
          <a:endParaRPr kumimoji="1" lang="ja-JP" altLang="en-US"/>
        </a:p>
      </dgm:t>
    </dgm:pt>
    <dgm:pt modelId="{B286011A-2F88-4DEC-A652-B9F16602BB30}" type="sibTrans" cxnId="{4D77A435-9FF8-4BB9-BBF4-984C42EB82DB}">
      <dgm:prSet/>
      <dgm:spPr/>
      <dgm:t>
        <a:bodyPr/>
        <a:lstStyle/>
        <a:p>
          <a:endParaRPr kumimoji="1" lang="ja-JP" altLang="en-US"/>
        </a:p>
      </dgm:t>
    </dgm:pt>
    <dgm:pt modelId="{3E5BDEAF-18D5-4B5B-94E5-3F64A3E90E0F}">
      <dgm:prSet phldrT="[テキスト]" custT="1"/>
      <dgm:spPr/>
      <dgm:t>
        <a:bodyPr/>
        <a:lstStyle/>
        <a:p>
          <a:r>
            <a:rPr kumimoji="1" lang="ja-JP" altLang="en-US" sz="3200" dirty="0"/>
            <a:t>臓器</a:t>
          </a:r>
          <a:endParaRPr kumimoji="1" lang="en-US" altLang="ja-JP" sz="3200" dirty="0"/>
        </a:p>
        <a:p>
          <a:endParaRPr kumimoji="1" lang="ja-JP" altLang="en-US" sz="3200" dirty="0"/>
        </a:p>
      </dgm:t>
    </dgm:pt>
    <dgm:pt modelId="{5E22C314-9818-481C-AE00-FD9BE22FEC41}" type="parTrans" cxnId="{DCAC3BD9-22F7-4760-BB78-464E4CA4B762}">
      <dgm:prSet/>
      <dgm:spPr/>
      <dgm:t>
        <a:bodyPr/>
        <a:lstStyle/>
        <a:p>
          <a:endParaRPr kumimoji="1" lang="ja-JP" altLang="en-US"/>
        </a:p>
      </dgm:t>
    </dgm:pt>
    <dgm:pt modelId="{29183612-BE59-4E22-BD6A-E1900A47D7AF}" type="sibTrans" cxnId="{DCAC3BD9-22F7-4760-BB78-464E4CA4B762}">
      <dgm:prSet/>
      <dgm:spPr/>
      <dgm:t>
        <a:bodyPr/>
        <a:lstStyle/>
        <a:p>
          <a:endParaRPr kumimoji="1" lang="ja-JP" altLang="en-US"/>
        </a:p>
      </dgm:t>
    </dgm:pt>
    <dgm:pt modelId="{05EFB33A-0945-49C3-B2AA-878EC1C04ADC}">
      <dgm:prSet/>
      <dgm:spPr/>
      <dgm:t>
        <a:bodyPr/>
        <a:lstStyle/>
        <a:p>
          <a:endParaRPr kumimoji="1" lang="ja-JP" altLang="en-US"/>
        </a:p>
      </dgm:t>
    </dgm:pt>
    <dgm:pt modelId="{2401C8FD-3EDC-4F46-A40D-35230C3F25BB}" type="parTrans" cxnId="{66318134-003C-4228-A7F6-60FC0A73EC2F}">
      <dgm:prSet/>
      <dgm:spPr/>
      <dgm:t>
        <a:bodyPr/>
        <a:lstStyle/>
        <a:p>
          <a:endParaRPr kumimoji="1" lang="ja-JP" altLang="en-US"/>
        </a:p>
      </dgm:t>
    </dgm:pt>
    <dgm:pt modelId="{BAC52C2E-CD30-4505-A82A-35D14549B6DA}" type="sibTrans" cxnId="{66318134-003C-4228-A7F6-60FC0A73EC2F}">
      <dgm:prSet/>
      <dgm:spPr/>
      <dgm:t>
        <a:bodyPr/>
        <a:lstStyle/>
        <a:p>
          <a:endParaRPr kumimoji="1" lang="ja-JP" altLang="en-US"/>
        </a:p>
      </dgm:t>
    </dgm:pt>
    <dgm:pt modelId="{F67FB03B-11B7-4521-AAC2-D290FCD65743}">
      <dgm:prSet/>
      <dgm:spPr/>
      <dgm:t>
        <a:bodyPr/>
        <a:lstStyle/>
        <a:p>
          <a:endParaRPr kumimoji="1" lang="ja-JP" altLang="en-US"/>
        </a:p>
      </dgm:t>
    </dgm:pt>
    <dgm:pt modelId="{5E504AA8-C8E7-407A-A743-C7770C9F7649}" type="parTrans" cxnId="{BECF67D4-0C24-4D2F-998C-401A48E20053}">
      <dgm:prSet/>
      <dgm:spPr/>
      <dgm:t>
        <a:bodyPr/>
        <a:lstStyle/>
        <a:p>
          <a:endParaRPr kumimoji="1" lang="ja-JP" altLang="en-US"/>
        </a:p>
      </dgm:t>
    </dgm:pt>
    <dgm:pt modelId="{8FB85897-4F12-47F3-92CC-C483C9F3C990}" type="sibTrans" cxnId="{BECF67D4-0C24-4D2F-998C-401A48E20053}">
      <dgm:prSet/>
      <dgm:spPr/>
      <dgm:t>
        <a:bodyPr/>
        <a:lstStyle/>
        <a:p>
          <a:endParaRPr kumimoji="1" lang="ja-JP" altLang="en-US"/>
        </a:p>
      </dgm:t>
    </dgm:pt>
    <dgm:pt modelId="{8517B222-3333-41C7-8037-736CF8AF1C04}" type="pres">
      <dgm:prSet presAssocID="{727E537C-0056-4E99-9953-F2E5CDABD65A}" presName="arrowDiagram" presStyleCnt="0">
        <dgm:presLayoutVars>
          <dgm:chMax val="5"/>
          <dgm:dir/>
          <dgm:resizeHandles val="exact"/>
        </dgm:presLayoutVars>
      </dgm:prSet>
      <dgm:spPr/>
    </dgm:pt>
    <dgm:pt modelId="{95E88FA6-5261-466E-90FC-E1B8181B902C}" type="pres">
      <dgm:prSet presAssocID="{727E537C-0056-4E99-9953-F2E5CDABD65A}" presName="arrow" presStyleLbl="bgShp" presStyleIdx="0" presStyleCnt="1" custFlipVert="1" custFlipHor="1" custScaleX="98115" custScaleY="89038"/>
      <dgm:spPr/>
    </dgm:pt>
    <dgm:pt modelId="{D8DB6031-18C4-40DD-8201-633EA1A685CD}" type="pres">
      <dgm:prSet presAssocID="{727E537C-0056-4E99-9953-F2E5CDABD65A}" presName="arrowDiagram5" presStyleCnt="0"/>
      <dgm:spPr/>
    </dgm:pt>
    <dgm:pt modelId="{82215ABA-813B-4C5C-9C5E-9B3C60B1140F}" type="pres">
      <dgm:prSet presAssocID="{7DE90F09-0476-41DC-A2D5-10AAB03FA5C4}" presName="bullet5a" presStyleLbl="node1" presStyleIdx="0" presStyleCnt="5" custLinFactNeighborX="14800" custLinFactNeighborY="-59200"/>
      <dgm:spPr/>
    </dgm:pt>
    <dgm:pt modelId="{CAD5B33B-6B15-458A-B41D-4AAD3EFBE404}" type="pres">
      <dgm:prSet presAssocID="{7DE90F09-0476-41DC-A2D5-10AAB03FA5C4}" presName="textBox5a" presStyleLbl="revTx" presStyleIdx="0" presStyleCnt="5" custScaleX="123723" custScaleY="34780" custLinFactNeighborX="-97988" custLinFactNeighborY="21095">
        <dgm:presLayoutVars>
          <dgm:bulletEnabled val="1"/>
        </dgm:presLayoutVars>
      </dgm:prSet>
      <dgm:spPr/>
    </dgm:pt>
    <dgm:pt modelId="{363C3354-CE24-43E0-BC0E-2B88577AE994}" type="pres">
      <dgm:prSet presAssocID="{333C2414-747F-4F4C-9969-548AECE9EC20}" presName="bullet5b" presStyleLbl="node1" presStyleIdx="1" presStyleCnt="5" custLinFactY="100000" custLinFactNeighborX="14184" custLinFactNeighborY="119113"/>
      <dgm:spPr/>
    </dgm:pt>
    <dgm:pt modelId="{27D732D8-D5EA-4890-BE0E-21C3013DA42B}" type="pres">
      <dgm:prSet presAssocID="{333C2414-747F-4F4C-9969-548AECE9EC20}" presName="textBox5b" presStyleLbl="revTx" presStyleIdx="1" presStyleCnt="5" custScaleY="29989" custLinFactNeighborX="-6151" custLinFactNeighborY="22076">
        <dgm:presLayoutVars>
          <dgm:bulletEnabled val="1"/>
        </dgm:presLayoutVars>
      </dgm:prSet>
      <dgm:spPr/>
    </dgm:pt>
    <dgm:pt modelId="{DD034CC4-F3BA-4319-88D0-1B30D486C6A8}" type="pres">
      <dgm:prSet presAssocID="{3E5BDEAF-18D5-4B5B-94E5-3F64A3E90E0F}" presName="bullet5c" presStyleLbl="node1" presStyleIdx="2" presStyleCnt="5" custLinFactY="100000" custLinFactNeighborY="180121"/>
      <dgm:spPr/>
    </dgm:pt>
    <dgm:pt modelId="{34212CA2-8A68-4D03-9166-9EA191215954}" type="pres">
      <dgm:prSet presAssocID="{3E5BDEAF-18D5-4B5B-94E5-3F64A3E90E0F}" presName="textBox5c" presStyleLbl="revTx" presStyleIdx="2" presStyleCnt="5" custScaleY="16992" custLinFactNeighborX="7029" custLinFactNeighborY="8531">
        <dgm:presLayoutVars>
          <dgm:bulletEnabled val="1"/>
        </dgm:presLayoutVars>
      </dgm:prSet>
      <dgm:spPr/>
    </dgm:pt>
    <dgm:pt modelId="{F41679A1-E62A-408F-B237-A7656F0947CD}" type="pres">
      <dgm:prSet presAssocID="{05EFB33A-0945-49C3-B2AA-878EC1C04ADC}" presName="bullet5d" presStyleLbl="node1" presStyleIdx="3" presStyleCnt="5" custLinFactY="100000" custLinFactNeighborY="122354"/>
      <dgm:spPr/>
    </dgm:pt>
    <dgm:pt modelId="{AE5A3F1D-08A2-4D8B-8ACE-49BD231B0D71}" type="pres">
      <dgm:prSet presAssocID="{05EFB33A-0945-49C3-B2AA-878EC1C04ADC}" presName="textBox5d" presStyleLbl="revTx" presStyleIdx="3" presStyleCnt="5">
        <dgm:presLayoutVars>
          <dgm:bulletEnabled val="1"/>
        </dgm:presLayoutVars>
      </dgm:prSet>
      <dgm:spPr/>
    </dgm:pt>
    <dgm:pt modelId="{333AF03F-F6F2-45E5-BF51-68F8DA699A11}" type="pres">
      <dgm:prSet presAssocID="{F67FB03B-11B7-4521-AAC2-D290FCD65743}" presName="bullet5e" presStyleLbl="node1" presStyleIdx="4" presStyleCnt="5" custLinFactNeighborY="81885"/>
      <dgm:spPr/>
    </dgm:pt>
    <dgm:pt modelId="{1D3FFB8F-773E-482B-AF0E-78F9DC9D0347}" type="pres">
      <dgm:prSet presAssocID="{F67FB03B-11B7-4521-AAC2-D290FCD65743}" presName="textBox5e" presStyleLbl="revTx" presStyleIdx="4" presStyleCnt="5">
        <dgm:presLayoutVars>
          <dgm:bulletEnabled val="1"/>
        </dgm:presLayoutVars>
      </dgm:prSet>
      <dgm:spPr/>
    </dgm:pt>
  </dgm:ptLst>
  <dgm:cxnLst>
    <dgm:cxn modelId="{09748508-6E0E-4F7E-B028-6CF1A80B6E92}" type="presOf" srcId="{05EFB33A-0945-49C3-B2AA-878EC1C04ADC}" destId="{AE5A3F1D-08A2-4D8B-8ACE-49BD231B0D71}" srcOrd="0" destOrd="0" presId="urn:microsoft.com/office/officeart/2005/8/layout/arrow2"/>
    <dgm:cxn modelId="{66318134-003C-4228-A7F6-60FC0A73EC2F}" srcId="{727E537C-0056-4E99-9953-F2E5CDABD65A}" destId="{05EFB33A-0945-49C3-B2AA-878EC1C04ADC}" srcOrd="3" destOrd="0" parTransId="{2401C8FD-3EDC-4F46-A40D-35230C3F25BB}" sibTransId="{BAC52C2E-CD30-4505-A82A-35D14549B6DA}"/>
    <dgm:cxn modelId="{4D77A435-9FF8-4BB9-BBF4-984C42EB82DB}" srcId="{727E537C-0056-4E99-9953-F2E5CDABD65A}" destId="{333C2414-747F-4F4C-9969-548AECE9EC20}" srcOrd="1" destOrd="0" parTransId="{A734D625-1D0F-43E5-8486-A48D0A3F2819}" sibTransId="{B286011A-2F88-4DEC-A652-B9F16602BB30}"/>
    <dgm:cxn modelId="{48A3D893-DF36-4A70-8E2B-BF4E688C463A}" type="presOf" srcId="{727E537C-0056-4E99-9953-F2E5CDABD65A}" destId="{8517B222-3333-41C7-8037-736CF8AF1C04}" srcOrd="0" destOrd="0" presId="urn:microsoft.com/office/officeart/2005/8/layout/arrow2"/>
    <dgm:cxn modelId="{9F7953A9-7DE4-4309-9725-54EE8262B7F6}" srcId="{727E537C-0056-4E99-9953-F2E5CDABD65A}" destId="{7DE90F09-0476-41DC-A2D5-10AAB03FA5C4}" srcOrd="0" destOrd="0" parTransId="{10F2966F-235B-4000-9FD6-6158FFA3FEC6}" sibTransId="{9AED41FF-31E5-4B0E-8E97-0BBECA53AC20}"/>
    <dgm:cxn modelId="{300DECC4-A733-4EC6-ABFE-75D3E459EA4C}" type="presOf" srcId="{7DE90F09-0476-41DC-A2D5-10AAB03FA5C4}" destId="{CAD5B33B-6B15-458A-B41D-4AAD3EFBE404}" srcOrd="0" destOrd="0" presId="urn:microsoft.com/office/officeart/2005/8/layout/arrow2"/>
    <dgm:cxn modelId="{4FE5FECF-D312-427C-8088-BBD97A26A7FC}" type="presOf" srcId="{F67FB03B-11B7-4521-AAC2-D290FCD65743}" destId="{1D3FFB8F-773E-482B-AF0E-78F9DC9D0347}" srcOrd="0" destOrd="0" presId="urn:microsoft.com/office/officeart/2005/8/layout/arrow2"/>
    <dgm:cxn modelId="{BECF67D4-0C24-4D2F-998C-401A48E20053}" srcId="{727E537C-0056-4E99-9953-F2E5CDABD65A}" destId="{F67FB03B-11B7-4521-AAC2-D290FCD65743}" srcOrd="4" destOrd="0" parTransId="{5E504AA8-C8E7-407A-A743-C7770C9F7649}" sibTransId="{8FB85897-4F12-47F3-92CC-C483C9F3C990}"/>
    <dgm:cxn modelId="{DCAC3BD9-22F7-4760-BB78-464E4CA4B762}" srcId="{727E537C-0056-4E99-9953-F2E5CDABD65A}" destId="{3E5BDEAF-18D5-4B5B-94E5-3F64A3E90E0F}" srcOrd="2" destOrd="0" parTransId="{5E22C314-9818-481C-AE00-FD9BE22FEC41}" sibTransId="{29183612-BE59-4E22-BD6A-E1900A47D7AF}"/>
    <dgm:cxn modelId="{3B0994F4-DB20-4678-99D4-3E758CD98083}" type="presOf" srcId="{3E5BDEAF-18D5-4B5B-94E5-3F64A3E90E0F}" destId="{34212CA2-8A68-4D03-9166-9EA191215954}" srcOrd="0" destOrd="0" presId="urn:microsoft.com/office/officeart/2005/8/layout/arrow2"/>
    <dgm:cxn modelId="{22A01BF9-04F1-4C21-9A47-1341D9C4E93A}" type="presOf" srcId="{333C2414-747F-4F4C-9969-548AECE9EC20}" destId="{27D732D8-D5EA-4890-BE0E-21C3013DA42B}" srcOrd="0" destOrd="0" presId="urn:microsoft.com/office/officeart/2005/8/layout/arrow2"/>
    <dgm:cxn modelId="{E949F2A9-2BFA-4ABB-A7F8-A3A20E0FB656}" type="presParOf" srcId="{8517B222-3333-41C7-8037-736CF8AF1C04}" destId="{95E88FA6-5261-466E-90FC-E1B8181B902C}" srcOrd="0" destOrd="0" presId="urn:microsoft.com/office/officeart/2005/8/layout/arrow2"/>
    <dgm:cxn modelId="{DC584D2E-4C26-49D3-BCB5-B1AF925ADDA0}" type="presParOf" srcId="{8517B222-3333-41C7-8037-736CF8AF1C04}" destId="{D8DB6031-18C4-40DD-8201-633EA1A685CD}" srcOrd="1" destOrd="0" presId="urn:microsoft.com/office/officeart/2005/8/layout/arrow2"/>
    <dgm:cxn modelId="{51113CD5-CF9F-4DBF-A2C8-166CA4CFE6E0}" type="presParOf" srcId="{D8DB6031-18C4-40DD-8201-633EA1A685CD}" destId="{82215ABA-813B-4C5C-9C5E-9B3C60B1140F}" srcOrd="0" destOrd="0" presId="urn:microsoft.com/office/officeart/2005/8/layout/arrow2"/>
    <dgm:cxn modelId="{AF46B84D-782F-4D40-B80F-52B14C2108FF}" type="presParOf" srcId="{D8DB6031-18C4-40DD-8201-633EA1A685CD}" destId="{CAD5B33B-6B15-458A-B41D-4AAD3EFBE404}" srcOrd="1" destOrd="0" presId="urn:microsoft.com/office/officeart/2005/8/layout/arrow2"/>
    <dgm:cxn modelId="{0648A390-FB0F-4C4E-BA1E-FD1C1849857D}" type="presParOf" srcId="{D8DB6031-18C4-40DD-8201-633EA1A685CD}" destId="{363C3354-CE24-43E0-BC0E-2B88577AE994}" srcOrd="2" destOrd="0" presId="urn:microsoft.com/office/officeart/2005/8/layout/arrow2"/>
    <dgm:cxn modelId="{9F7C848B-F0D0-4174-9566-28D2A53BB055}" type="presParOf" srcId="{D8DB6031-18C4-40DD-8201-633EA1A685CD}" destId="{27D732D8-D5EA-4890-BE0E-21C3013DA42B}" srcOrd="3" destOrd="0" presId="urn:microsoft.com/office/officeart/2005/8/layout/arrow2"/>
    <dgm:cxn modelId="{3B36876B-39EF-4036-94E8-2FED277B046A}" type="presParOf" srcId="{D8DB6031-18C4-40DD-8201-633EA1A685CD}" destId="{DD034CC4-F3BA-4319-88D0-1B30D486C6A8}" srcOrd="4" destOrd="0" presId="urn:microsoft.com/office/officeart/2005/8/layout/arrow2"/>
    <dgm:cxn modelId="{241C03AA-977E-4A31-9C73-A1031D47A46B}" type="presParOf" srcId="{D8DB6031-18C4-40DD-8201-633EA1A685CD}" destId="{34212CA2-8A68-4D03-9166-9EA191215954}" srcOrd="5" destOrd="0" presId="urn:microsoft.com/office/officeart/2005/8/layout/arrow2"/>
    <dgm:cxn modelId="{FDD60135-52F5-4C51-AC67-12DD2A5CF6E1}" type="presParOf" srcId="{D8DB6031-18C4-40DD-8201-633EA1A685CD}" destId="{F41679A1-E62A-408F-B237-A7656F0947CD}" srcOrd="6" destOrd="0" presId="urn:microsoft.com/office/officeart/2005/8/layout/arrow2"/>
    <dgm:cxn modelId="{5D6A592E-5187-4A13-B67F-72813A0FF679}" type="presParOf" srcId="{D8DB6031-18C4-40DD-8201-633EA1A685CD}" destId="{AE5A3F1D-08A2-4D8B-8ACE-49BD231B0D71}" srcOrd="7" destOrd="0" presId="urn:microsoft.com/office/officeart/2005/8/layout/arrow2"/>
    <dgm:cxn modelId="{8C3F2A0A-C283-44C2-B940-7AAE1B198978}" type="presParOf" srcId="{D8DB6031-18C4-40DD-8201-633EA1A685CD}" destId="{333AF03F-F6F2-45E5-BF51-68F8DA699A11}" srcOrd="8" destOrd="0" presId="urn:microsoft.com/office/officeart/2005/8/layout/arrow2"/>
    <dgm:cxn modelId="{EA334C49-CE5A-4ADD-9B09-9E8250AEAD87}" type="presParOf" srcId="{D8DB6031-18C4-40DD-8201-633EA1A685CD}" destId="{1D3FFB8F-773E-482B-AF0E-78F9DC9D0347}" srcOrd="9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27E537C-0056-4E99-9953-F2E5CDABD65A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7DE90F09-0476-41DC-A2D5-10AAB03FA5C4}">
      <dgm:prSet phldrT="[テキスト]" custT="1"/>
      <dgm:spPr/>
      <dgm:t>
        <a:bodyPr/>
        <a:lstStyle/>
        <a:p>
          <a:r>
            <a:rPr kumimoji="1" lang="ja-JP" altLang="en-US" sz="3200" dirty="0"/>
            <a:t>細胞</a:t>
          </a:r>
        </a:p>
      </dgm:t>
    </dgm:pt>
    <dgm:pt modelId="{10F2966F-235B-4000-9FD6-6158FFA3FEC6}" type="parTrans" cxnId="{9F7953A9-7DE4-4309-9725-54EE8262B7F6}">
      <dgm:prSet/>
      <dgm:spPr/>
      <dgm:t>
        <a:bodyPr/>
        <a:lstStyle/>
        <a:p>
          <a:endParaRPr kumimoji="1" lang="ja-JP" altLang="en-US"/>
        </a:p>
      </dgm:t>
    </dgm:pt>
    <dgm:pt modelId="{9AED41FF-31E5-4B0E-8E97-0BBECA53AC20}" type="sibTrans" cxnId="{9F7953A9-7DE4-4309-9725-54EE8262B7F6}">
      <dgm:prSet/>
      <dgm:spPr/>
      <dgm:t>
        <a:bodyPr/>
        <a:lstStyle/>
        <a:p>
          <a:endParaRPr kumimoji="1" lang="ja-JP" altLang="en-US"/>
        </a:p>
      </dgm:t>
    </dgm:pt>
    <dgm:pt modelId="{333C2414-747F-4F4C-9969-548AECE9EC20}">
      <dgm:prSet phldrT="[テキスト]" custT="1"/>
      <dgm:spPr/>
      <dgm:t>
        <a:bodyPr/>
        <a:lstStyle/>
        <a:p>
          <a:r>
            <a:rPr kumimoji="1" lang="ja-JP" altLang="en-US" sz="3200" dirty="0"/>
            <a:t>組織</a:t>
          </a:r>
        </a:p>
      </dgm:t>
    </dgm:pt>
    <dgm:pt modelId="{A734D625-1D0F-43E5-8486-A48D0A3F2819}" type="parTrans" cxnId="{4D77A435-9FF8-4BB9-BBF4-984C42EB82DB}">
      <dgm:prSet/>
      <dgm:spPr/>
      <dgm:t>
        <a:bodyPr/>
        <a:lstStyle/>
        <a:p>
          <a:endParaRPr kumimoji="1" lang="ja-JP" altLang="en-US"/>
        </a:p>
      </dgm:t>
    </dgm:pt>
    <dgm:pt modelId="{B286011A-2F88-4DEC-A652-B9F16602BB30}" type="sibTrans" cxnId="{4D77A435-9FF8-4BB9-BBF4-984C42EB82DB}">
      <dgm:prSet/>
      <dgm:spPr/>
      <dgm:t>
        <a:bodyPr/>
        <a:lstStyle/>
        <a:p>
          <a:endParaRPr kumimoji="1" lang="ja-JP" altLang="en-US"/>
        </a:p>
      </dgm:t>
    </dgm:pt>
    <dgm:pt modelId="{3E5BDEAF-18D5-4B5B-94E5-3F64A3E90E0F}">
      <dgm:prSet phldrT="[テキスト]" custT="1"/>
      <dgm:spPr/>
      <dgm:t>
        <a:bodyPr/>
        <a:lstStyle/>
        <a:p>
          <a:r>
            <a:rPr kumimoji="1" lang="ja-JP" altLang="en-US" sz="3200" dirty="0"/>
            <a:t>臓器</a:t>
          </a:r>
          <a:endParaRPr kumimoji="1" lang="en-US" altLang="ja-JP" sz="3200" dirty="0"/>
        </a:p>
        <a:p>
          <a:endParaRPr kumimoji="1" lang="ja-JP" altLang="en-US" sz="3200" dirty="0"/>
        </a:p>
      </dgm:t>
    </dgm:pt>
    <dgm:pt modelId="{5E22C314-9818-481C-AE00-FD9BE22FEC41}" type="parTrans" cxnId="{DCAC3BD9-22F7-4760-BB78-464E4CA4B762}">
      <dgm:prSet/>
      <dgm:spPr/>
      <dgm:t>
        <a:bodyPr/>
        <a:lstStyle/>
        <a:p>
          <a:endParaRPr kumimoji="1" lang="ja-JP" altLang="en-US"/>
        </a:p>
      </dgm:t>
    </dgm:pt>
    <dgm:pt modelId="{29183612-BE59-4E22-BD6A-E1900A47D7AF}" type="sibTrans" cxnId="{DCAC3BD9-22F7-4760-BB78-464E4CA4B762}">
      <dgm:prSet/>
      <dgm:spPr/>
      <dgm:t>
        <a:bodyPr/>
        <a:lstStyle/>
        <a:p>
          <a:endParaRPr kumimoji="1" lang="ja-JP" altLang="en-US"/>
        </a:p>
      </dgm:t>
    </dgm:pt>
    <dgm:pt modelId="{05EFB33A-0945-49C3-B2AA-878EC1C04ADC}">
      <dgm:prSet/>
      <dgm:spPr/>
      <dgm:t>
        <a:bodyPr/>
        <a:lstStyle/>
        <a:p>
          <a:endParaRPr kumimoji="1" lang="ja-JP" altLang="en-US"/>
        </a:p>
      </dgm:t>
    </dgm:pt>
    <dgm:pt modelId="{2401C8FD-3EDC-4F46-A40D-35230C3F25BB}" type="parTrans" cxnId="{66318134-003C-4228-A7F6-60FC0A73EC2F}">
      <dgm:prSet/>
      <dgm:spPr/>
      <dgm:t>
        <a:bodyPr/>
        <a:lstStyle/>
        <a:p>
          <a:endParaRPr kumimoji="1" lang="ja-JP" altLang="en-US"/>
        </a:p>
      </dgm:t>
    </dgm:pt>
    <dgm:pt modelId="{BAC52C2E-CD30-4505-A82A-35D14549B6DA}" type="sibTrans" cxnId="{66318134-003C-4228-A7F6-60FC0A73EC2F}">
      <dgm:prSet/>
      <dgm:spPr/>
      <dgm:t>
        <a:bodyPr/>
        <a:lstStyle/>
        <a:p>
          <a:endParaRPr kumimoji="1" lang="ja-JP" altLang="en-US"/>
        </a:p>
      </dgm:t>
    </dgm:pt>
    <dgm:pt modelId="{F67FB03B-11B7-4521-AAC2-D290FCD65743}">
      <dgm:prSet/>
      <dgm:spPr/>
      <dgm:t>
        <a:bodyPr/>
        <a:lstStyle/>
        <a:p>
          <a:endParaRPr kumimoji="1" lang="ja-JP" altLang="en-US"/>
        </a:p>
      </dgm:t>
    </dgm:pt>
    <dgm:pt modelId="{5E504AA8-C8E7-407A-A743-C7770C9F7649}" type="parTrans" cxnId="{BECF67D4-0C24-4D2F-998C-401A48E20053}">
      <dgm:prSet/>
      <dgm:spPr/>
      <dgm:t>
        <a:bodyPr/>
        <a:lstStyle/>
        <a:p>
          <a:endParaRPr kumimoji="1" lang="ja-JP" altLang="en-US"/>
        </a:p>
      </dgm:t>
    </dgm:pt>
    <dgm:pt modelId="{8FB85897-4F12-47F3-92CC-C483C9F3C990}" type="sibTrans" cxnId="{BECF67D4-0C24-4D2F-998C-401A48E20053}">
      <dgm:prSet/>
      <dgm:spPr/>
      <dgm:t>
        <a:bodyPr/>
        <a:lstStyle/>
        <a:p>
          <a:endParaRPr kumimoji="1" lang="ja-JP" altLang="en-US"/>
        </a:p>
      </dgm:t>
    </dgm:pt>
    <dgm:pt modelId="{8517B222-3333-41C7-8037-736CF8AF1C04}" type="pres">
      <dgm:prSet presAssocID="{727E537C-0056-4E99-9953-F2E5CDABD65A}" presName="arrowDiagram" presStyleCnt="0">
        <dgm:presLayoutVars>
          <dgm:chMax val="5"/>
          <dgm:dir/>
          <dgm:resizeHandles val="exact"/>
        </dgm:presLayoutVars>
      </dgm:prSet>
      <dgm:spPr/>
    </dgm:pt>
    <dgm:pt modelId="{95E88FA6-5261-466E-90FC-E1B8181B902C}" type="pres">
      <dgm:prSet presAssocID="{727E537C-0056-4E99-9953-F2E5CDABD65A}" presName="arrow" presStyleLbl="bgShp" presStyleIdx="0" presStyleCnt="1" custFlipVert="1" custFlipHor="1" custScaleX="98115" custScaleY="89038"/>
      <dgm:spPr/>
    </dgm:pt>
    <dgm:pt modelId="{D8DB6031-18C4-40DD-8201-633EA1A685CD}" type="pres">
      <dgm:prSet presAssocID="{727E537C-0056-4E99-9953-F2E5CDABD65A}" presName="arrowDiagram5" presStyleCnt="0"/>
      <dgm:spPr/>
    </dgm:pt>
    <dgm:pt modelId="{82215ABA-813B-4C5C-9C5E-9B3C60B1140F}" type="pres">
      <dgm:prSet presAssocID="{7DE90F09-0476-41DC-A2D5-10AAB03FA5C4}" presName="bullet5a" presStyleLbl="node1" presStyleIdx="0" presStyleCnt="5" custLinFactNeighborX="14800" custLinFactNeighborY="-59200"/>
      <dgm:spPr/>
    </dgm:pt>
    <dgm:pt modelId="{CAD5B33B-6B15-458A-B41D-4AAD3EFBE404}" type="pres">
      <dgm:prSet presAssocID="{7DE90F09-0476-41DC-A2D5-10AAB03FA5C4}" presName="textBox5a" presStyleLbl="revTx" presStyleIdx="0" presStyleCnt="5" custScaleX="123723" custScaleY="34780" custLinFactNeighborX="-97988" custLinFactNeighborY="21095">
        <dgm:presLayoutVars>
          <dgm:bulletEnabled val="1"/>
        </dgm:presLayoutVars>
      </dgm:prSet>
      <dgm:spPr/>
    </dgm:pt>
    <dgm:pt modelId="{363C3354-CE24-43E0-BC0E-2B88577AE994}" type="pres">
      <dgm:prSet presAssocID="{333C2414-747F-4F4C-9969-548AECE9EC20}" presName="bullet5b" presStyleLbl="node1" presStyleIdx="1" presStyleCnt="5" custLinFactY="100000" custLinFactNeighborX="14184" custLinFactNeighborY="119113"/>
      <dgm:spPr/>
    </dgm:pt>
    <dgm:pt modelId="{27D732D8-D5EA-4890-BE0E-21C3013DA42B}" type="pres">
      <dgm:prSet presAssocID="{333C2414-747F-4F4C-9969-548AECE9EC20}" presName="textBox5b" presStyleLbl="revTx" presStyleIdx="1" presStyleCnt="5" custScaleY="29989" custLinFactNeighborX="-6151" custLinFactNeighborY="22076">
        <dgm:presLayoutVars>
          <dgm:bulletEnabled val="1"/>
        </dgm:presLayoutVars>
      </dgm:prSet>
      <dgm:spPr/>
    </dgm:pt>
    <dgm:pt modelId="{DD034CC4-F3BA-4319-88D0-1B30D486C6A8}" type="pres">
      <dgm:prSet presAssocID="{3E5BDEAF-18D5-4B5B-94E5-3F64A3E90E0F}" presName="bullet5c" presStyleLbl="node1" presStyleIdx="2" presStyleCnt="5" custLinFactY="100000" custLinFactNeighborY="180121"/>
      <dgm:spPr/>
    </dgm:pt>
    <dgm:pt modelId="{34212CA2-8A68-4D03-9166-9EA191215954}" type="pres">
      <dgm:prSet presAssocID="{3E5BDEAF-18D5-4B5B-94E5-3F64A3E90E0F}" presName="textBox5c" presStyleLbl="revTx" presStyleIdx="2" presStyleCnt="5" custScaleY="16992" custLinFactNeighborX="7029" custLinFactNeighborY="8531">
        <dgm:presLayoutVars>
          <dgm:bulletEnabled val="1"/>
        </dgm:presLayoutVars>
      </dgm:prSet>
      <dgm:spPr/>
    </dgm:pt>
    <dgm:pt modelId="{F41679A1-E62A-408F-B237-A7656F0947CD}" type="pres">
      <dgm:prSet presAssocID="{05EFB33A-0945-49C3-B2AA-878EC1C04ADC}" presName="bullet5d" presStyleLbl="node1" presStyleIdx="3" presStyleCnt="5" custLinFactY="100000" custLinFactNeighborY="122354"/>
      <dgm:spPr/>
    </dgm:pt>
    <dgm:pt modelId="{AE5A3F1D-08A2-4D8B-8ACE-49BD231B0D71}" type="pres">
      <dgm:prSet presAssocID="{05EFB33A-0945-49C3-B2AA-878EC1C04ADC}" presName="textBox5d" presStyleLbl="revTx" presStyleIdx="3" presStyleCnt="5">
        <dgm:presLayoutVars>
          <dgm:bulletEnabled val="1"/>
        </dgm:presLayoutVars>
      </dgm:prSet>
      <dgm:spPr/>
    </dgm:pt>
    <dgm:pt modelId="{333AF03F-F6F2-45E5-BF51-68F8DA699A11}" type="pres">
      <dgm:prSet presAssocID="{F67FB03B-11B7-4521-AAC2-D290FCD65743}" presName="bullet5e" presStyleLbl="node1" presStyleIdx="4" presStyleCnt="5" custLinFactNeighborY="81885"/>
      <dgm:spPr/>
    </dgm:pt>
    <dgm:pt modelId="{1D3FFB8F-773E-482B-AF0E-78F9DC9D0347}" type="pres">
      <dgm:prSet presAssocID="{F67FB03B-11B7-4521-AAC2-D290FCD65743}" presName="textBox5e" presStyleLbl="revTx" presStyleIdx="4" presStyleCnt="5">
        <dgm:presLayoutVars>
          <dgm:bulletEnabled val="1"/>
        </dgm:presLayoutVars>
      </dgm:prSet>
      <dgm:spPr/>
    </dgm:pt>
  </dgm:ptLst>
  <dgm:cxnLst>
    <dgm:cxn modelId="{09748508-6E0E-4F7E-B028-6CF1A80B6E92}" type="presOf" srcId="{05EFB33A-0945-49C3-B2AA-878EC1C04ADC}" destId="{AE5A3F1D-08A2-4D8B-8ACE-49BD231B0D71}" srcOrd="0" destOrd="0" presId="urn:microsoft.com/office/officeart/2005/8/layout/arrow2"/>
    <dgm:cxn modelId="{66318134-003C-4228-A7F6-60FC0A73EC2F}" srcId="{727E537C-0056-4E99-9953-F2E5CDABD65A}" destId="{05EFB33A-0945-49C3-B2AA-878EC1C04ADC}" srcOrd="3" destOrd="0" parTransId="{2401C8FD-3EDC-4F46-A40D-35230C3F25BB}" sibTransId="{BAC52C2E-CD30-4505-A82A-35D14549B6DA}"/>
    <dgm:cxn modelId="{4D77A435-9FF8-4BB9-BBF4-984C42EB82DB}" srcId="{727E537C-0056-4E99-9953-F2E5CDABD65A}" destId="{333C2414-747F-4F4C-9969-548AECE9EC20}" srcOrd="1" destOrd="0" parTransId="{A734D625-1D0F-43E5-8486-A48D0A3F2819}" sibTransId="{B286011A-2F88-4DEC-A652-B9F16602BB30}"/>
    <dgm:cxn modelId="{48A3D893-DF36-4A70-8E2B-BF4E688C463A}" type="presOf" srcId="{727E537C-0056-4E99-9953-F2E5CDABD65A}" destId="{8517B222-3333-41C7-8037-736CF8AF1C04}" srcOrd="0" destOrd="0" presId="urn:microsoft.com/office/officeart/2005/8/layout/arrow2"/>
    <dgm:cxn modelId="{9F7953A9-7DE4-4309-9725-54EE8262B7F6}" srcId="{727E537C-0056-4E99-9953-F2E5CDABD65A}" destId="{7DE90F09-0476-41DC-A2D5-10AAB03FA5C4}" srcOrd="0" destOrd="0" parTransId="{10F2966F-235B-4000-9FD6-6158FFA3FEC6}" sibTransId="{9AED41FF-31E5-4B0E-8E97-0BBECA53AC20}"/>
    <dgm:cxn modelId="{300DECC4-A733-4EC6-ABFE-75D3E459EA4C}" type="presOf" srcId="{7DE90F09-0476-41DC-A2D5-10AAB03FA5C4}" destId="{CAD5B33B-6B15-458A-B41D-4AAD3EFBE404}" srcOrd="0" destOrd="0" presId="urn:microsoft.com/office/officeart/2005/8/layout/arrow2"/>
    <dgm:cxn modelId="{4FE5FECF-D312-427C-8088-BBD97A26A7FC}" type="presOf" srcId="{F67FB03B-11B7-4521-AAC2-D290FCD65743}" destId="{1D3FFB8F-773E-482B-AF0E-78F9DC9D0347}" srcOrd="0" destOrd="0" presId="urn:microsoft.com/office/officeart/2005/8/layout/arrow2"/>
    <dgm:cxn modelId="{BECF67D4-0C24-4D2F-998C-401A48E20053}" srcId="{727E537C-0056-4E99-9953-F2E5CDABD65A}" destId="{F67FB03B-11B7-4521-AAC2-D290FCD65743}" srcOrd="4" destOrd="0" parTransId="{5E504AA8-C8E7-407A-A743-C7770C9F7649}" sibTransId="{8FB85897-4F12-47F3-92CC-C483C9F3C990}"/>
    <dgm:cxn modelId="{DCAC3BD9-22F7-4760-BB78-464E4CA4B762}" srcId="{727E537C-0056-4E99-9953-F2E5CDABD65A}" destId="{3E5BDEAF-18D5-4B5B-94E5-3F64A3E90E0F}" srcOrd="2" destOrd="0" parTransId="{5E22C314-9818-481C-AE00-FD9BE22FEC41}" sibTransId="{29183612-BE59-4E22-BD6A-E1900A47D7AF}"/>
    <dgm:cxn modelId="{3B0994F4-DB20-4678-99D4-3E758CD98083}" type="presOf" srcId="{3E5BDEAF-18D5-4B5B-94E5-3F64A3E90E0F}" destId="{34212CA2-8A68-4D03-9166-9EA191215954}" srcOrd="0" destOrd="0" presId="urn:microsoft.com/office/officeart/2005/8/layout/arrow2"/>
    <dgm:cxn modelId="{22A01BF9-04F1-4C21-9A47-1341D9C4E93A}" type="presOf" srcId="{333C2414-747F-4F4C-9969-548AECE9EC20}" destId="{27D732D8-D5EA-4890-BE0E-21C3013DA42B}" srcOrd="0" destOrd="0" presId="urn:microsoft.com/office/officeart/2005/8/layout/arrow2"/>
    <dgm:cxn modelId="{E949F2A9-2BFA-4ABB-A7F8-A3A20E0FB656}" type="presParOf" srcId="{8517B222-3333-41C7-8037-736CF8AF1C04}" destId="{95E88FA6-5261-466E-90FC-E1B8181B902C}" srcOrd="0" destOrd="0" presId="urn:microsoft.com/office/officeart/2005/8/layout/arrow2"/>
    <dgm:cxn modelId="{DC584D2E-4C26-49D3-BCB5-B1AF925ADDA0}" type="presParOf" srcId="{8517B222-3333-41C7-8037-736CF8AF1C04}" destId="{D8DB6031-18C4-40DD-8201-633EA1A685CD}" srcOrd="1" destOrd="0" presId="urn:microsoft.com/office/officeart/2005/8/layout/arrow2"/>
    <dgm:cxn modelId="{51113CD5-CF9F-4DBF-A2C8-166CA4CFE6E0}" type="presParOf" srcId="{D8DB6031-18C4-40DD-8201-633EA1A685CD}" destId="{82215ABA-813B-4C5C-9C5E-9B3C60B1140F}" srcOrd="0" destOrd="0" presId="urn:microsoft.com/office/officeart/2005/8/layout/arrow2"/>
    <dgm:cxn modelId="{AF46B84D-782F-4D40-B80F-52B14C2108FF}" type="presParOf" srcId="{D8DB6031-18C4-40DD-8201-633EA1A685CD}" destId="{CAD5B33B-6B15-458A-B41D-4AAD3EFBE404}" srcOrd="1" destOrd="0" presId="urn:microsoft.com/office/officeart/2005/8/layout/arrow2"/>
    <dgm:cxn modelId="{0648A390-FB0F-4C4E-BA1E-FD1C1849857D}" type="presParOf" srcId="{D8DB6031-18C4-40DD-8201-633EA1A685CD}" destId="{363C3354-CE24-43E0-BC0E-2B88577AE994}" srcOrd="2" destOrd="0" presId="urn:microsoft.com/office/officeart/2005/8/layout/arrow2"/>
    <dgm:cxn modelId="{9F7C848B-F0D0-4174-9566-28D2A53BB055}" type="presParOf" srcId="{D8DB6031-18C4-40DD-8201-633EA1A685CD}" destId="{27D732D8-D5EA-4890-BE0E-21C3013DA42B}" srcOrd="3" destOrd="0" presId="urn:microsoft.com/office/officeart/2005/8/layout/arrow2"/>
    <dgm:cxn modelId="{3B36876B-39EF-4036-94E8-2FED277B046A}" type="presParOf" srcId="{D8DB6031-18C4-40DD-8201-633EA1A685CD}" destId="{DD034CC4-F3BA-4319-88D0-1B30D486C6A8}" srcOrd="4" destOrd="0" presId="urn:microsoft.com/office/officeart/2005/8/layout/arrow2"/>
    <dgm:cxn modelId="{241C03AA-977E-4A31-9C73-A1031D47A46B}" type="presParOf" srcId="{D8DB6031-18C4-40DD-8201-633EA1A685CD}" destId="{34212CA2-8A68-4D03-9166-9EA191215954}" srcOrd="5" destOrd="0" presId="urn:microsoft.com/office/officeart/2005/8/layout/arrow2"/>
    <dgm:cxn modelId="{FDD60135-52F5-4C51-AC67-12DD2A5CF6E1}" type="presParOf" srcId="{D8DB6031-18C4-40DD-8201-633EA1A685CD}" destId="{F41679A1-E62A-408F-B237-A7656F0947CD}" srcOrd="6" destOrd="0" presId="urn:microsoft.com/office/officeart/2005/8/layout/arrow2"/>
    <dgm:cxn modelId="{5D6A592E-5187-4A13-B67F-72813A0FF679}" type="presParOf" srcId="{D8DB6031-18C4-40DD-8201-633EA1A685CD}" destId="{AE5A3F1D-08A2-4D8B-8ACE-49BD231B0D71}" srcOrd="7" destOrd="0" presId="urn:microsoft.com/office/officeart/2005/8/layout/arrow2"/>
    <dgm:cxn modelId="{8C3F2A0A-C283-44C2-B940-7AAE1B198978}" type="presParOf" srcId="{D8DB6031-18C4-40DD-8201-633EA1A685CD}" destId="{333AF03F-F6F2-45E5-BF51-68F8DA699A11}" srcOrd="8" destOrd="0" presId="urn:microsoft.com/office/officeart/2005/8/layout/arrow2"/>
    <dgm:cxn modelId="{EA334C49-CE5A-4ADD-9B09-9E8250AEAD87}" type="presParOf" srcId="{D8DB6031-18C4-40DD-8201-633EA1A685CD}" destId="{1D3FFB8F-773E-482B-AF0E-78F9DC9D0347}" srcOrd="9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27E537C-0056-4E99-9953-F2E5CDABD65A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7DE90F09-0476-41DC-A2D5-10AAB03FA5C4}">
      <dgm:prSet phldrT="[テキスト]" custT="1"/>
      <dgm:spPr/>
      <dgm:t>
        <a:bodyPr/>
        <a:lstStyle/>
        <a:p>
          <a:r>
            <a:rPr kumimoji="1" lang="ja-JP" altLang="en-US" sz="3200" dirty="0"/>
            <a:t>細胞</a:t>
          </a:r>
        </a:p>
      </dgm:t>
    </dgm:pt>
    <dgm:pt modelId="{10F2966F-235B-4000-9FD6-6158FFA3FEC6}" type="parTrans" cxnId="{9F7953A9-7DE4-4309-9725-54EE8262B7F6}">
      <dgm:prSet/>
      <dgm:spPr/>
      <dgm:t>
        <a:bodyPr/>
        <a:lstStyle/>
        <a:p>
          <a:endParaRPr kumimoji="1" lang="ja-JP" altLang="en-US"/>
        </a:p>
      </dgm:t>
    </dgm:pt>
    <dgm:pt modelId="{9AED41FF-31E5-4B0E-8E97-0BBECA53AC20}" type="sibTrans" cxnId="{9F7953A9-7DE4-4309-9725-54EE8262B7F6}">
      <dgm:prSet/>
      <dgm:spPr/>
      <dgm:t>
        <a:bodyPr/>
        <a:lstStyle/>
        <a:p>
          <a:endParaRPr kumimoji="1" lang="ja-JP" altLang="en-US"/>
        </a:p>
      </dgm:t>
    </dgm:pt>
    <dgm:pt modelId="{333C2414-747F-4F4C-9969-548AECE9EC20}">
      <dgm:prSet phldrT="[テキスト]" custT="1"/>
      <dgm:spPr/>
      <dgm:t>
        <a:bodyPr/>
        <a:lstStyle/>
        <a:p>
          <a:r>
            <a:rPr kumimoji="1" lang="ja-JP" altLang="en-US" sz="3200" dirty="0"/>
            <a:t>組織</a:t>
          </a:r>
        </a:p>
      </dgm:t>
    </dgm:pt>
    <dgm:pt modelId="{A734D625-1D0F-43E5-8486-A48D0A3F2819}" type="parTrans" cxnId="{4D77A435-9FF8-4BB9-BBF4-984C42EB82DB}">
      <dgm:prSet/>
      <dgm:spPr/>
      <dgm:t>
        <a:bodyPr/>
        <a:lstStyle/>
        <a:p>
          <a:endParaRPr kumimoji="1" lang="ja-JP" altLang="en-US"/>
        </a:p>
      </dgm:t>
    </dgm:pt>
    <dgm:pt modelId="{B286011A-2F88-4DEC-A652-B9F16602BB30}" type="sibTrans" cxnId="{4D77A435-9FF8-4BB9-BBF4-984C42EB82DB}">
      <dgm:prSet/>
      <dgm:spPr/>
      <dgm:t>
        <a:bodyPr/>
        <a:lstStyle/>
        <a:p>
          <a:endParaRPr kumimoji="1" lang="ja-JP" altLang="en-US"/>
        </a:p>
      </dgm:t>
    </dgm:pt>
    <dgm:pt modelId="{3E5BDEAF-18D5-4B5B-94E5-3F64A3E90E0F}">
      <dgm:prSet phldrT="[テキスト]" custT="1"/>
      <dgm:spPr/>
      <dgm:t>
        <a:bodyPr/>
        <a:lstStyle/>
        <a:p>
          <a:r>
            <a:rPr kumimoji="1" lang="ja-JP" altLang="en-US" sz="3200" dirty="0"/>
            <a:t>臓器</a:t>
          </a:r>
          <a:endParaRPr kumimoji="1" lang="en-US" altLang="ja-JP" sz="3200" dirty="0"/>
        </a:p>
        <a:p>
          <a:endParaRPr kumimoji="1" lang="ja-JP" altLang="en-US" sz="3200" dirty="0"/>
        </a:p>
      </dgm:t>
    </dgm:pt>
    <dgm:pt modelId="{5E22C314-9818-481C-AE00-FD9BE22FEC41}" type="parTrans" cxnId="{DCAC3BD9-22F7-4760-BB78-464E4CA4B762}">
      <dgm:prSet/>
      <dgm:spPr/>
      <dgm:t>
        <a:bodyPr/>
        <a:lstStyle/>
        <a:p>
          <a:endParaRPr kumimoji="1" lang="ja-JP" altLang="en-US"/>
        </a:p>
      </dgm:t>
    </dgm:pt>
    <dgm:pt modelId="{29183612-BE59-4E22-BD6A-E1900A47D7AF}" type="sibTrans" cxnId="{DCAC3BD9-22F7-4760-BB78-464E4CA4B762}">
      <dgm:prSet/>
      <dgm:spPr/>
      <dgm:t>
        <a:bodyPr/>
        <a:lstStyle/>
        <a:p>
          <a:endParaRPr kumimoji="1" lang="ja-JP" altLang="en-US"/>
        </a:p>
      </dgm:t>
    </dgm:pt>
    <dgm:pt modelId="{05EFB33A-0945-49C3-B2AA-878EC1C04ADC}">
      <dgm:prSet/>
      <dgm:spPr/>
      <dgm:t>
        <a:bodyPr/>
        <a:lstStyle/>
        <a:p>
          <a:endParaRPr kumimoji="1" lang="ja-JP" altLang="en-US"/>
        </a:p>
      </dgm:t>
    </dgm:pt>
    <dgm:pt modelId="{2401C8FD-3EDC-4F46-A40D-35230C3F25BB}" type="parTrans" cxnId="{66318134-003C-4228-A7F6-60FC0A73EC2F}">
      <dgm:prSet/>
      <dgm:spPr/>
      <dgm:t>
        <a:bodyPr/>
        <a:lstStyle/>
        <a:p>
          <a:endParaRPr kumimoji="1" lang="ja-JP" altLang="en-US"/>
        </a:p>
      </dgm:t>
    </dgm:pt>
    <dgm:pt modelId="{BAC52C2E-CD30-4505-A82A-35D14549B6DA}" type="sibTrans" cxnId="{66318134-003C-4228-A7F6-60FC0A73EC2F}">
      <dgm:prSet/>
      <dgm:spPr/>
      <dgm:t>
        <a:bodyPr/>
        <a:lstStyle/>
        <a:p>
          <a:endParaRPr kumimoji="1" lang="ja-JP" altLang="en-US"/>
        </a:p>
      </dgm:t>
    </dgm:pt>
    <dgm:pt modelId="{F67FB03B-11B7-4521-AAC2-D290FCD65743}">
      <dgm:prSet/>
      <dgm:spPr/>
      <dgm:t>
        <a:bodyPr/>
        <a:lstStyle/>
        <a:p>
          <a:endParaRPr kumimoji="1" lang="ja-JP" altLang="en-US"/>
        </a:p>
      </dgm:t>
    </dgm:pt>
    <dgm:pt modelId="{5E504AA8-C8E7-407A-A743-C7770C9F7649}" type="parTrans" cxnId="{BECF67D4-0C24-4D2F-998C-401A48E20053}">
      <dgm:prSet/>
      <dgm:spPr/>
      <dgm:t>
        <a:bodyPr/>
        <a:lstStyle/>
        <a:p>
          <a:endParaRPr kumimoji="1" lang="ja-JP" altLang="en-US"/>
        </a:p>
      </dgm:t>
    </dgm:pt>
    <dgm:pt modelId="{8FB85897-4F12-47F3-92CC-C483C9F3C990}" type="sibTrans" cxnId="{BECF67D4-0C24-4D2F-998C-401A48E20053}">
      <dgm:prSet/>
      <dgm:spPr/>
      <dgm:t>
        <a:bodyPr/>
        <a:lstStyle/>
        <a:p>
          <a:endParaRPr kumimoji="1" lang="ja-JP" altLang="en-US"/>
        </a:p>
      </dgm:t>
    </dgm:pt>
    <dgm:pt modelId="{8517B222-3333-41C7-8037-736CF8AF1C04}" type="pres">
      <dgm:prSet presAssocID="{727E537C-0056-4E99-9953-F2E5CDABD65A}" presName="arrowDiagram" presStyleCnt="0">
        <dgm:presLayoutVars>
          <dgm:chMax val="5"/>
          <dgm:dir/>
          <dgm:resizeHandles val="exact"/>
        </dgm:presLayoutVars>
      </dgm:prSet>
      <dgm:spPr/>
    </dgm:pt>
    <dgm:pt modelId="{95E88FA6-5261-466E-90FC-E1B8181B902C}" type="pres">
      <dgm:prSet presAssocID="{727E537C-0056-4E99-9953-F2E5CDABD65A}" presName="arrow" presStyleLbl="bgShp" presStyleIdx="0" presStyleCnt="1" custFlipVert="1" custFlipHor="1" custScaleX="98115" custScaleY="89038"/>
      <dgm:spPr/>
    </dgm:pt>
    <dgm:pt modelId="{D8DB6031-18C4-40DD-8201-633EA1A685CD}" type="pres">
      <dgm:prSet presAssocID="{727E537C-0056-4E99-9953-F2E5CDABD65A}" presName="arrowDiagram5" presStyleCnt="0"/>
      <dgm:spPr/>
    </dgm:pt>
    <dgm:pt modelId="{82215ABA-813B-4C5C-9C5E-9B3C60B1140F}" type="pres">
      <dgm:prSet presAssocID="{7DE90F09-0476-41DC-A2D5-10AAB03FA5C4}" presName="bullet5a" presStyleLbl="node1" presStyleIdx="0" presStyleCnt="5" custLinFactNeighborX="14800" custLinFactNeighborY="-59200"/>
      <dgm:spPr/>
    </dgm:pt>
    <dgm:pt modelId="{CAD5B33B-6B15-458A-B41D-4AAD3EFBE404}" type="pres">
      <dgm:prSet presAssocID="{7DE90F09-0476-41DC-A2D5-10AAB03FA5C4}" presName="textBox5a" presStyleLbl="revTx" presStyleIdx="0" presStyleCnt="5" custScaleX="123723" custScaleY="34780" custLinFactNeighborX="-97988" custLinFactNeighborY="21095">
        <dgm:presLayoutVars>
          <dgm:bulletEnabled val="1"/>
        </dgm:presLayoutVars>
      </dgm:prSet>
      <dgm:spPr/>
    </dgm:pt>
    <dgm:pt modelId="{363C3354-CE24-43E0-BC0E-2B88577AE994}" type="pres">
      <dgm:prSet presAssocID="{333C2414-747F-4F4C-9969-548AECE9EC20}" presName="bullet5b" presStyleLbl="node1" presStyleIdx="1" presStyleCnt="5" custLinFactY="100000" custLinFactNeighborX="14184" custLinFactNeighborY="119113"/>
      <dgm:spPr/>
    </dgm:pt>
    <dgm:pt modelId="{27D732D8-D5EA-4890-BE0E-21C3013DA42B}" type="pres">
      <dgm:prSet presAssocID="{333C2414-747F-4F4C-9969-548AECE9EC20}" presName="textBox5b" presStyleLbl="revTx" presStyleIdx="1" presStyleCnt="5" custScaleY="29989" custLinFactNeighborX="-6151" custLinFactNeighborY="22076">
        <dgm:presLayoutVars>
          <dgm:bulletEnabled val="1"/>
        </dgm:presLayoutVars>
      </dgm:prSet>
      <dgm:spPr/>
    </dgm:pt>
    <dgm:pt modelId="{DD034CC4-F3BA-4319-88D0-1B30D486C6A8}" type="pres">
      <dgm:prSet presAssocID="{3E5BDEAF-18D5-4B5B-94E5-3F64A3E90E0F}" presName="bullet5c" presStyleLbl="node1" presStyleIdx="2" presStyleCnt="5" custLinFactY="100000" custLinFactNeighborY="180121"/>
      <dgm:spPr/>
    </dgm:pt>
    <dgm:pt modelId="{34212CA2-8A68-4D03-9166-9EA191215954}" type="pres">
      <dgm:prSet presAssocID="{3E5BDEAF-18D5-4B5B-94E5-3F64A3E90E0F}" presName="textBox5c" presStyleLbl="revTx" presStyleIdx="2" presStyleCnt="5" custScaleY="16992" custLinFactNeighborX="7029" custLinFactNeighborY="8531">
        <dgm:presLayoutVars>
          <dgm:bulletEnabled val="1"/>
        </dgm:presLayoutVars>
      </dgm:prSet>
      <dgm:spPr/>
    </dgm:pt>
    <dgm:pt modelId="{F41679A1-E62A-408F-B237-A7656F0947CD}" type="pres">
      <dgm:prSet presAssocID="{05EFB33A-0945-49C3-B2AA-878EC1C04ADC}" presName="bullet5d" presStyleLbl="node1" presStyleIdx="3" presStyleCnt="5" custLinFactY="100000" custLinFactNeighborY="122354"/>
      <dgm:spPr/>
    </dgm:pt>
    <dgm:pt modelId="{AE5A3F1D-08A2-4D8B-8ACE-49BD231B0D71}" type="pres">
      <dgm:prSet presAssocID="{05EFB33A-0945-49C3-B2AA-878EC1C04ADC}" presName="textBox5d" presStyleLbl="revTx" presStyleIdx="3" presStyleCnt="5">
        <dgm:presLayoutVars>
          <dgm:bulletEnabled val="1"/>
        </dgm:presLayoutVars>
      </dgm:prSet>
      <dgm:spPr/>
    </dgm:pt>
    <dgm:pt modelId="{333AF03F-F6F2-45E5-BF51-68F8DA699A11}" type="pres">
      <dgm:prSet presAssocID="{F67FB03B-11B7-4521-AAC2-D290FCD65743}" presName="bullet5e" presStyleLbl="node1" presStyleIdx="4" presStyleCnt="5" custLinFactNeighborY="81885"/>
      <dgm:spPr/>
    </dgm:pt>
    <dgm:pt modelId="{1D3FFB8F-773E-482B-AF0E-78F9DC9D0347}" type="pres">
      <dgm:prSet presAssocID="{F67FB03B-11B7-4521-AAC2-D290FCD65743}" presName="textBox5e" presStyleLbl="revTx" presStyleIdx="4" presStyleCnt="5">
        <dgm:presLayoutVars>
          <dgm:bulletEnabled val="1"/>
        </dgm:presLayoutVars>
      </dgm:prSet>
      <dgm:spPr/>
    </dgm:pt>
  </dgm:ptLst>
  <dgm:cxnLst>
    <dgm:cxn modelId="{09748508-6E0E-4F7E-B028-6CF1A80B6E92}" type="presOf" srcId="{05EFB33A-0945-49C3-B2AA-878EC1C04ADC}" destId="{AE5A3F1D-08A2-4D8B-8ACE-49BD231B0D71}" srcOrd="0" destOrd="0" presId="urn:microsoft.com/office/officeart/2005/8/layout/arrow2"/>
    <dgm:cxn modelId="{66318134-003C-4228-A7F6-60FC0A73EC2F}" srcId="{727E537C-0056-4E99-9953-F2E5CDABD65A}" destId="{05EFB33A-0945-49C3-B2AA-878EC1C04ADC}" srcOrd="3" destOrd="0" parTransId="{2401C8FD-3EDC-4F46-A40D-35230C3F25BB}" sibTransId="{BAC52C2E-CD30-4505-A82A-35D14549B6DA}"/>
    <dgm:cxn modelId="{4D77A435-9FF8-4BB9-BBF4-984C42EB82DB}" srcId="{727E537C-0056-4E99-9953-F2E5CDABD65A}" destId="{333C2414-747F-4F4C-9969-548AECE9EC20}" srcOrd="1" destOrd="0" parTransId="{A734D625-1D0F-43E5-8486-A48D0A3F2819}" sibTransId="{B286011A-2F88-4DEC-A652-B9F16602BB30}"/>
    <dgm:cxn modelId="{48A3D893-DF36-4A70-8E2B-BF4E688C463A}" type="presOf" srcId="{727E537C-0056-4E99-9953-F2E5CDABD65A}" destId="{8517B222-3333-41C7-8037-736CF8AF1C04}" srcOrd="0" destOrd="0" presId="urn:microsoft.com/office/officeart/2005/8/layout/arrow2"/>
    <dgm:cxn modelId="{9F7953A9-7DE4-4309-9725-54EE8262B7F6}" srcId="{727E537C-0056-4E99-9953-F2E5CDABD65A}" destId="{7DE90F09-0476-41DC-A2D5-10AAB03FA5C4}" srcOrd="0" destOrd="0" parTransId="{10F2966F-235B-4000-9FD6-6158FFA3FEC6}" sibTransId="{9AED41FF-31E5-4B0E-8E97-0BBECA53AC20}"/>
    <dgm:cxn modelId="{300DECC4-A733-4EC6-ABFE-75D3E459EA4C}" type="presOf" srcId="{7DE90F09-0476-41DC-A2D5-10AAB03FA5C4}" destId="{CAD5B33B-6B15-458A-B41D-4AAD3EFBE404}" srcOrd="0" destOrd="0" presId="urn:microsoft.com/office/officeart/2005/8/layout/arrow2"/>
    <dgm:cxn modelId="{4FE5FECF-D312-427C-8088-BBD97A26A7FC}" type="presOf" srcId="{F67FB03B-11B7-4521-AAC2-D290FCD65743}" destId="{1D3FFB8F-773E-482B-AF0E-78F9DC9D0347}" srcOrd="0" destOrd="0" presId="urn:microsoft.com/office/officeart/2005/8/layout/arrow2"/>
    <dgm:cxn modelId="{BECF67D4-0C24-4D2F-998C-401A48E20053}" srcId="{727E537C-0056-4E99-9953-F2E5CDABD65A}" destId="{F67FB03B-11B7-4521-AAC2-D290FCD65743}" srcOrd="4" destOrd="0" parTransId="{5E504AA8-C8E7-407A-A743-C7770C9F7649}" sibTransId="{8FB85897-4F12-47F3-92CC-C483C9F3C990}"/>
    <dgm:cxn modelId="{DCAC3BD9-22F7-4760-BB78-464E4CA4B762}" srcId="{727E537C-0056-4E99-9953-F2E5CDABD65A}" destId="{3E5BDEAF-18D5-4B5B-94E5-3F64A3E90E0F}" srcOrd="2" destOrd="0" parTransId="{5E22C314-9818-481C-AE00-FD9BE22FEC41}" sibTransId="{29183612-BE59-4E22-BD6A-E1900A47D7AF}"/>
    <dgm:cxn modelId="{3B0994F4-DB20-4678-99D4-3E758CD98083}" type="presOf" srcId="{3E5BDEAF-18D5-4B5B-94E5-3F64A3E90E0F}" destId="{34212CA2-8A68-4D03-9166-9EA191215954}" srcOrd="0" destOrd="0" presId="urn:microsoft.com/office/officeart/2005/8/layout/arrow2"/>
    <dgm:cxn modelId="{22A01BF9-04F1-4C21-9A47-1341D9C4E93A}" type="presOf" srcId="{333C2414-747F-4F4C-9969-548AECE9EC20}" destId="{27D732D8-D5EA-4890-BE0E-21C3013DA42B}" srcOrd="0" destOrd="0" presId="urn:microsoft.com/office/officeart/2005/8/layout/arrow2"/>
    <dgm:cxn modelId="{E949F2A9-2BFA-4ABB-A7F8-A3A20E0FB656}" type="presParOf" srcId="{8517B222-3333-41C7-8037-736CF8AF1C04}" destId="{95E88FA6-5261-466E-90FC-E1B8181B902C}" srcOrd="0" destOrd="0" presId="urn:microsoft.com/office/officeart/2005/8/layout/arrow2"/>
    <dgm:cxn modelId="{DC584D2E-4C26-49D3-BCB5-B1AF925ADDA0}" type="presParOf" srcId="{8517B222-3333-41C7-8037-736CF8AF1C04}" destId="{D8DB6031-18C4-40DD-8201-633EA1A685CD}" srcOrd="1" destOrd="0" presId="urn:microsoft.com/office/officeart/2005/8/layout/arrow2"/>
    <dgm:cxn modelId="{51113CD5-CF9F-4DBF-A2C8-166CA4CFE6E0}" type="presParOf" srcId="{D8DB6031-18C4-40DD-8201-633EA1A685CD}" destId="{82215ABA-813B-4C5C-9C5E-9B3C60B1140F}" srcOrd="0" destOrd="0" presId="urn:microsoft.com/office/officeart/2005/8/layout/arrow2"/>
    <dgm:cxn modelId="{AF46B84D-782F-4D40-B80F-52B14C2108FF}" type="presParOf" srcId="{D8DB6031-18C4-40DD-8201-633EA1A685CD}" destId="{CAD5B33B-6B15-458A-B41D-4AAD3EFBE404}" srcOrd="1" destOrd="0" presId="urn:microsoft.com/office/officeart/2005/8/layout/arrow2"/>
    <dgm:cxn modelId="{0648A390-FB0F-4C4E-BA1E-FD1C1849857D}" type="presParOf" srcId="{D8DB6031-18C4-40DD-8201-633EA1A685CD}" destId="{363C3354-CE24-43E0-BC0E-2B88577AE994}" srcOrd="2" destOrd="0" presId="urn:microsoft.com/office/officeart/2005/8/layout/arrow2"/>
    <dgm:cxn modelId="{9F7C848B-F0D0-4174-9566-28D2A53BB055}" type="presParOf" srcId="{D8DB6031-18C4-40DD-8201-633EA1A685CD}" destId="{27D732D8-D5EA-4890-BE0E-21C3013DA42B}" srcOrd="3" destOrd="0" presId="urn:microsoft.com/office/officeart/2005/8/layout/arrow2"/>
    <dgm:cxn modelId="{3B36876B-39EF-4036-94E8-2FED277B046A}" type="presParOf" srcId="{D8DB6031-18C4-40DD-8201-633EA1A685CD}" destId="{DD034CC4-F3BA-4319-88D0-1B30D486C6A8}" srcOrd="4" destOrd="0" presId="urn:microsoft.com/office/officeart/2005/8/layout/arrow2"/>
    <dgm:cxn modelId="{241C03AA-977E-4A31-9C73-A1031D47A46B}" type="presParOf" srcId="{D8DB6031-18C4-40DD-8201-633EA1A685CD}" destId="{34212CA2-8A68-4D03-9166-9EA191215954}" srcOrd="5" destOrd="0" presId="urn:microsoft.com/office/officeart/2005/8/layout/arrow2"/>
    <dgm:cxn modelId="{FDD60135-52F5-4C51-AC67-12DD2A5CF6E1}" type="presParOf" srcId="{D8DB6031-18C4-40DD-8201-633EA1A685CD}" destId="{F41679A1-E62A-408F-B237-A7656F0947CD}" srcOrd="6" destOrd="0" presId="urn:microsoft.com/office/officeart/2005/8/layout/arrow2"/>
    <dgm:cxn modelId="{5D6A592E-5187-4A13-B67F-72813A0FF679}" type="presParOf" srcId="{D8DB6031-18C4-40DD-8201-633EA1A685CD}" destId="{AE5A3F1D-08A2-4D8B-8ACE-49BD231B0D71}" srcOrd="7" destOrd="0" presId="urn:microsoft.com/office/officeart/2005/8/layout/arrow2"/>
    <dgm:cxn modelId="{8C3F2A0A-C283-44C2-B940-7AAE1B198978}" type="presParOf" srcId="{D8DB6031-18C4-40DD-8201-633EA1A685CD}" destId="{333AF03F-F6F2-45E5-BF51-68F8DA699A11}" srcOrd="8" destOrd="0" presId="urn:microsoft.com/office/officeart/2005/8/layout/arrow2"/>
    <dgm:cxn modelId="{EA334C49-CE5A-4ADD-9B09-9E8250AEAD87}" type="presParOf" srcId="{D8DB6031-18C4-40DD-8201-633EA1A685CD}" destId="{1D3FFB8F-773E-482B-AF0E-78F9DC9D0347}" srcOrd="9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27E537C-0056-4E99-9953-F2E5CDABD65A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7DE90F09-0476-41DC-A2D5-10AAB03FA5C4}">
      <dgm:prSet phldrT="[テキスト]" custT="1"/>
      <dgm:spPr/>
      <dgm:t>
        <a:bodyPr/>
        <a:lstStyle/>
        <a:p>
          <a:r>
            <a:rPr kumimoji="1" lang="ja-JP" altLang="en-US" sz="3200" dirty="0"/>
            <a:t>細胞</a:t>
          </a:r>
        </a:p>
      </dgm:t>
    </dgm:pt>
    <dgm:pt modelId="{10F2966F-235B-4000-9FD6-6158FFA3FEC6}" type="parTrans" cxnId="{9F7953A9-7DE4-4309-9725-54EE8262B7F6}">
      <dgm:prSet/>
      <dgm:spPr/>
      <dgm:t>
        <a:bodyPr/>
        <a:lstStyle/>
        <a:p>
          <a:endParaRPr kumimoji="1" lang="ja-JP" altLang="en-US"/>
        </a:p>
      </dgm:t>
    </dgm:pt>
    <dgm:pt modelId="{9AED41FF-31E5-4B0E-8E97-0BBECA53AC20}" type="sibTrans" cxnId="{9F7953A9-7DE4-4309-9725-54EE8262B7F6}">
      <dgm:prSet/>
      <dgm:spPr/>
      <dgm:t>
        <a:bodyPr/>
        <a:lstStyle/>
        <a:p>
          <a:endParaRPr kumimoji="1" lang="ja-JP" altLang="en-US"/>
        </a:p>
      </dgm:t>
    </dgm:pt>
    <dgm:pt modelId="{333C2414-747F-4F4C-9969-548AECE9EC20}">
      <dgm:prSet phldrT="[テキスト]" custT="1"/>
      <dgm:spPr/>
      <dgm:t>
        <a:bodyPr/>
        <a:lstStyle/>
        <a:p>
          <a:r>
            <a:rPr kumimoji="1" lang="ja-JP" altLang="en-US" sz="3200" dirty="0"/>
            <a:t>組織</a:t>
          </a:r>
        </a:p>
      </dgm:t>
    </dgm:pt>
    <dgm:pt modelId="{A734D625-1D0F-43E5-8486-A48D0A3F2819}" type="parTrans" cxnId="{4D77A435-9FF8-4BB9-BBF4-984C42EB82DB}">
      <dgm:prSet/>
      <dgm:spPr/>
      <dgm:t>
        <a:bodyPr/>
        <a:lstStyle/>
        <a:p>
          <a:endParaRPr kumimoji="1" lang="ja-JP" altLang="en-US"/>
        </a:p>
      </dgm:t>
    </dgm:pt>
    <dgm:pt modelId="{B286011A-2F88-4DEC-A652-B9F16602BB30}" type="sibTrans" cxnId="{4D77A435-9FF8-4BB9-BBF4-984C42EB82DB}">
      <dgm:prSet/>
      <dgm:spPr/>
      <dgm:t>
        <a:bodyPr/>
        <a:lstStyle/>
        <a:p>
          <a:endParaRPr kumimoji="1" lang="ja-JP" altLang="en-US"/>
        </a:p>
      </dgm:t>
    </dgm:pt>
    <dgm:pt modelId="{3E5BDEAF-18D5-4B5B-94E5-3F64A3E90E0F}">
      <dgm:prSet phldrT="[テキスト]" custT="1"/>
      <dgm:spPr/>
      <dgm:t>
        <a:bodyPr/>
        <a:lstStyle/>
        <a:p>
          <a:r>
            <a:rPr kumimoji="1" lang="ja-JP" altLang="en-US" sz="3200" dirty="0"/>
            <a:t>臓器</a:t>
          </a:r>
          <a:endParaRPr kumimoji="1" lang="en-US" altLang="ja-JP" sz="3200" dirty="0"/>
        </a:p>
        <a:p>
          <a:endParaRPr kumimoji="1" lang="ja-JP" altLang="en-US" sz="3200" dirty="0"/>
        </a:p>
      </dgm:t>
    </dgm:pt>
    <dgm:pt modelId="{5E22C314-9818-481C-AE00-FD9BE22FEC41}" type="parTrans" cxnId="{DCAC3BD9-22F7-4760-BB78-464E4CA4B762}">
      <dgm:prSet/>
      <dgm:spPr/>
      <dgm:t>
        <a:bodyPr/>
        <a:lstStyle/>
        <a:p>
          <a:endParaRPr kumimoji="1" lang="ja-JP" altLang="en-US"/>
        </a:p>
      </dgm:t>
    </dgm:pt>
    <dgm:pt modelId="{29183612-BE59-4E22-BD6A-E1900A47D7AF}" type="sibTrans" cxnId="{DCAC3BD9-22F7-4760-BB78-464E4CA4B762}">
      <dgm:prSet/>
      <dgm:spPr/>
      <dgm:t>
        <a:bodyPr/>
        <a:lstStyle/>
        <a:p>
          <a:endParaRPr kumimoji="1" lang="ja-JP" altLang="en-US"/>
        </a:p>
      </dgm:t>
    </dgm:pt>
    <dgm:pt modelId="{05EFB33A-0945-49C3-B2AA-878EC1C04ADC}">
      <dgm:prSet/>
      <dgm:spPr/>
      <dgm:t>
        <a:bodyPr/>
        <a:lstStyle/>
        <a:p>
          <a:endParaRPr kumimoji="1" lang="ja-JP" altLang="en-US"/>
        </a:p>
      </dgm:t>
    </dgm:pt>
    <dgm:pt modelId="{2401C8FD-3EDC-4F46-A40D-35230C3F25BB}" type="parTrans" cxnId="{66318134-003C-4228-A7F6-60FC0A73EC2F}">
      <dgm:prSet/>
      <dgm:spPr/>
      <dgm:t>
        <a:bodyPr/>
        <a:lstStyle/>
        <a:p>
          <a:endParaRPr kumimoji="1" lang="ja-JP" altLang="en-US"/>
        </a:p>
      </dgm:t>
    </dgm:pt>
    <dgm:pt modelId="{BAC52C2E-CD30-4505-A82A-35D14549B6DA}" type="sibTrans" cxnId="{66318134-003C-4228-A7F6-60FC0A73EC2F}">
      <dgm:prSet/>
      <dgm:spPr/>
      <dgm:t>
        <a:bodyPr/>
        <a:lstStyle/>
        <a:p>
          <a:endParaRPr kumimoji="1" lang="ja-JP" altLang="en-US"/>
        </a:p>
      </dgm:t>
    </dgm:pt>
    <dgm:pt modelId="{F67FB03B-11B7-4521-AAC2-D290FCD65743}">
      <dgm:prSet/>
      <dgm:spPr/>
      <dgm:t>
        <a:bodyPr/>
        <a:lstStyle/>
        <a:p>
          <a:endParaRPr kumimoji="1" lang="ja-JP" altLang="en-US"/>
        </a:p>
      </dgm:t>
    </dgm:pt>
    <dgm:pt modelId="{5E504AA8-C8E7-407A-A743-C7770C9F7649}" type="parTrans" cxnId="{BECF67D4-0C24-4D2F-998C-401A48E20053}">
      <dgm:prSet/>
      <dgm:spPr/>
      <dgm:t>
        <a:bodyPr/>
        <a:lstStyle/>
        <a:p>
          <a:endParaRPr kumimoji="1" lang="ja-JP" altLang="en-US"/>
        </a:p>
      </dgm:t>
    </dgm:pt>
    <dgm:pt modelId="{8FB85897-4F12-47F3-92CC-C483C9F3C990}" type="sibTrans" cxnId="{BECF67D4-0C24-4D2F-998C-401A48E20053}">
      <dgm:prSet/>
      <dgm:spPr/>
      <dgm:t>
        <a:bodyPr/>
        <a:lstStyle/>
        <a:p>
          <a:endParaRPr kumimoji="1" lang="ja-JP" altLang="en-US"/>
        </a:p>
      </dgm:t>
    </dgm:pt>
    <dgm:pt modelId="{8517B222-3333-41C7-8037-736CF8AF1C04}" type="pres">
      <dgm:prSet presAssocID="{727E537C-0056-4E99-9953-F2E5CDABD65A}" presName="arrowDiagram" presStyleCnt="0">
        <dgm:presLayoutVars>
          <dgm:chMax val="5"/>
          <dgm:dir/>
          <dgm:resizeHandles val="exact"/>
        </dgm:presLayoutVars>
      </dgm:prSet>
      <dgm:spPr/>
    </dgm:pt>
    <dgm:pt modelId="{95E88FA6-5261-466E-90FC-E1B8181B902C}" type="pres">
      <dgm:prSet presAssocID="{727E537C-0056-4E99-9953-F2E5CDABD65A}" presName="arrow" presStyleLbl="bgShp" presStyleIdx="0" presStyleCnt="1" custFlipVert="1" custFlipHor="1" custScaleX="98115" custScaleY="89038"/>
      <dgm:spPr/>
    </dgm:pt>
    <dgm:pt modelId="{D8DB6031-18C4-40DD-8201-633EA1A685CD}" type="pres">
      <dgm:prSet presAssocID="{727E537C-0056-4E99-9953-F2E5CDABD65A}" presName="arrowDiagram5" presStyleCnt="0"/>
      <dgm:spPr/>
    </dgm:pt>
    <dgm:pt modelId="{82215ABA-813B-4C5C-9C5E-9B3C60B1140F}" type="pres">
      <dgm:prSet presAssocID="{7DE90F09-0476-41DC-A2D5-10AAB03FA5C4}" presName="bullet5a" presStyleLbl="node1" presStyleIdx="0" presStyleCnt="5" custLinFactNeighborX="14800" custLinFactNeighborY="-59200"/>
      <dgm:spPr/>
    </dgm:pt>
    <dgm:pt modelId="{CAD5B33B-6B15-458A-B41D-4AAD3EFBE404}" type="pres">
      <dgm:prSet presAssocID="{7DE90F09-0476-41DC-A2D5-10AAB03FA5C4}" presName="textBox5a" presStyleLbl="revTx" presStyleIdx="0" presStyleCnt="5" custScaleX="123723" custScaleY="34780" custLinFactNeighborX="-97988" custLinFactNeighborY="21095">
        <dgm:presLayoutVars>
          <dgm:bulletEnabled val="1"/>
        </dgm:presLayoutVars>
      </dgm:prSet>
      <dgm:spPr/>
    </dgm:pt>
    <dgm:pt modelId="{363C3354-CE24-43E0-BC0E-2B88577AE994}" type="pres">
      <dgm:prSet presAssocID="{333C2414-747F-4F4C-9969-548AECE9EC20}" presName="bullet5b" presStyleLbl="node1" presStyleIdx="1" presStyleCnt="5" custLinFactY="100000" custLinFactNeighborX="14184" custLinFactNeighborY="119113"/>
      <dgm:spPr/>
    </dgm:pt>
    <dgm:pt modelId="{27D732D8-D5EA-4890-BE0E-21C3013DA42B}" type="pres">
      <dgm:prSet presAssocID="{333C2414-747F-4F4C-9969-548AECE9EC20}" presName="textBox5b" presStyleLbl="revTx" presStyleIdx="1" presStyleCnt="5" custScaleY="29989" custLinFactNeighborX="-6151" custLinFactNeighborY="22076">
        <dgm:presLayoutVars>
          <dgm:bulletEnabled val="1"/>
        </dgm:presLayoutVars>
      </dgm:prSet>
      <dgm:spPr/>
    </dgm:pt>
    <dgm:pt modelId="{DD034CC4-F3BA-4319-88D0-1B30D486C6A8}" type="pres">
      <dgm:prSet presAssocID="{3E5BDEAF-18D5-4B5B-94E5-3F64A3E90E0F}" presName="bullet5c" presStyleLbl="node1" presStyleIdx="2" presStyleCnt="5" custLinFactY="100000" custLinFactNeighborY="180121"/>
      <dgm:spPr/>
    </dgm:pt>
    <dgm:pt modelId="{34212CA2-8A68-4D03-9166-9EA191215954}" type="pres">
      <dgm:prSet presAssocID="{3E5BDEAF-18D5-4B5B-94E5-3F64A3E90E0F}" presName="textBox5c" presStyleLbl="revTx" presStyleIdx="2" presStyleCnt="5" custScaleY="16992" custLinFactNeighborX="7029" custLinFactNeighborY="8531">
        <dgm:presLayoutVars>
          <dgm:bulletEnabled val="1"/>
        </dgm:presLayoutVars>
      </dgm:prSet>
      <dgm:spPr/>
    </dgm:pt>
    <dgm:pt modelId="{F41679A1-E62A-408F-B237-A7656F0947CD}" type="pres">
      <dgm:prSet presAssocID="{05EFB33A-0945-49C3-B2AA-878EC1C04ADC}" presName="bullet5d" presStyleLbl="node1" presStyleIdx="3" presStyleCnt="5" custLinFactY="100000" custLinFactNeighborY="122354"/>
      <dgm:spPr/>
    </dgm:pt>
    <dgm:pt modelId="{AE5A3F1D-08A2-4D8B-8ACE-49BD231B0D71}" type="pres">
      <dgm:prSet presAssocID="{05EFB33A-0945-49C3-B2AA-878EC1C04ADC}" presName="textBox5d" presStyleLbl="revTx" presStyleIdx="3" presStyleCnt="5">
        <dgm:presLayoutVars>
          <dgm:bulletEnabled val="1"/>
        </dgm:presLayoutVars>
      </dgm:prSet>
      <dgm:spPr/>
    </dgm:pt>
    <dgm:pt modelId="{333AF03F-F6F2-45E5-BF51-68F8DA699A11}" type="pres">
      <dgm:prSet presAssocID="{F67FB03B-11B7-4521-AAC2-D290FCD65743}" presName="bullet5e" presStyleLbl="node1" presStyleIdx="4" presStyleCnt="5" custLinFactNeighborY="81885"/>
      <dgm:spPr/>
    </dgm:pt>
    <dgm:pt modelId="{1D3FFB8F-773E-482B-AF0E-78F9DC9D0347}" type="pres">
      <dgm:prSet presAssocID="{F67FB03B-11B7-4521-AAC2-D290FCD65743}" presName="textBox5e" presStyleLbl="revTx" presStyleIdx="4" presStyleCnt="5">
        <dgm:presLayoutVars>
          <dgm:bulletEnabled val="1"/>
        </dgm:presLayoutVars>
      </dgm:prSet>
      <dgm:spPr/>
    </dgm:pt>
  </dgm:ptLst>
  <dgm:cxnLst>
    <dgm:cxn modelId="{09748508-6E0E-4F7E-B028-6CF1A80B6E92}" type="presOf" srcId="{05EFB33A-0945-49C3-B2AA-878EC1C04ADC}" destId="{AE5A3F1D-08A2-4D8B-8ACE-49BD231B0D71}" srcOrd="0" destOrd="0" presId="urn:microsoft.com/office/officeart/2005/8/layout/arrow2"/>
    <dgm:cxn modelId="{66318134-003C-4228-A7F6-60FC0A73EC2F}" srcId="{727E537C-0056-4E99-9953-F2E5CDABD65A}" destId="{05EFB33A-0945-49C3-B2AA-878EC1C04ADC}" srcOrd="3" destOrd="0" parTransId="{2401C8FD-3EDC-4F46-A40D-35230C3F25BB}" sibTransId="{BAC52C2E-CD30-4505-A82A-35D14549B6DA}"/>
    <dgm:cxn modelId="{4D77A435-9FF8-4BB9-BBF4-984C42EB82DB}" srcId="{727E537C-0056-4E99-9953-F2E5CDABD65A}" destId="{333C2414-747F-4F4C-9969-548AECE9EC20}" srcOrd="1" destOrd="0" parTransId="{A734D625-1D0F-43E5-8486-A48D0A3F2819}" sibTransId="{B286011A-2F88-4DEC-A652-B9F16602BB30}"/>
    <dgm:cxn modelId="{48A3D893-DF36-4A70-8E2B-BF4E688C463A}" type="presOf" srcId="{727E537C-0056-4E99-9953-F2E5CDABD65A}" destId="{8517B222-3333-41C7-8037-736CF8AF1C04}" srcOrd="0" destOrd="0" presId="urn:microsoft.com/office/officeart/2005/8/layout/arrow2"/>
    <dgm:cxn modelId="{9F7953A9-7DE4-4309-9725-54EE8262B7F6}" srcId="{727E537C-0056-4E99-9953-F2E5CDABD65A}" destId="{7DE90F09-0476-41DC-A2D5-10AAB03FA5C4}" srcOrd="0" destOrd="0" parTransId="{10F2966F-235B-4000-9FD6-6158FFA3FEC6}" sibTransId="{9AED41FF-31E5-4B0E-8E97-0BBECA53AC20}"/>
    <dgm:cxn modelId="{300DECC4-A733-4EC6-ABFE-75D3E459EA4C}" type="presOf" srcId="{7DE90F09-0476-41DC-A2D5-10AAB03FA5C4}" destId="{CAD5B33B-6B15-458A-B41D-4AAD3EFBE404}" srcOrd="0" destOrd="0" presId="urn:microsoft.com/office/officeart/2005/8/layout/arrow2"/>
    <dgm:cxn modelId="{4FE5FECF-D312-427C-8088-BBD97A26A7FC}" type="presOf" srcId="{F67FB03B-11B7-4521-AAC2-D290FCD65743}" destId="{1D3FFB8F-773E-482B-AF0E-78F9DC9D0347}" srcOrd="0" destOrd="0" presId="urn:microsoft.com/office/officeart/2005/8/layout/arrow2"/>
    <dgm:cxn modelId="{BECF67D4-0C24-4D2F-998C-401A48E20053}" srcId="{727E537C-0056-4E99-9953-F2E5CDABD65A}" destId="{F67FB03B-11B7-4521-AAC2-D290FCD65743}" srcOrd="4" destOrd="0" parTransId="{5E504AA8-C8E7-407A-A743-C7770C9F7649}" sibTransId="{8FB85897-4F12-47F3-92CC-C483C9F3C990}"/>
    <dgm:cxn modelId="{DCAC3BD9-22F7-4760-BB78-464E4CA4B762}" srcId="{727E537C-0056-4E99-9953-F2E5CDABD65A}" destId="{3E5BDEAF-18D5-4B5B-94E5-3F64A3E90E0F}" srcOrd="2" destOrd="0" parTransId="{5E22C314-9818-481C-AE00-FD9BE22FEC41}" sibTransId="{29183612-BE59-4E22-BD6A-E1900A47D7AF}"/>
    <dgm:cxn modelId="{3B0994F4-DB20-4678-99D4-3E758CD98083}" type="presOf" srcId="{3E5BDEAF-18D5-4B5B-94E5-3F64A3E90E0F}" destId="{34212CA2-8A68-4D03-9166-9EA191215954}" srcOrd="0" destOrd="0" presId="urn:microsoft.com/office/officeart/2005/8/layout/arrow2"/>
    <dgm:cxn modelId="{22A01BF9-04F1-4C21-9A47-1341D9C4E93A}" type="presOf" srcId="{333C2414-747F-4F4C-9969-548AECE9EC20}" destId="{27D732D8-D5EA-4890-BE0E-21C3013DA42B}" srcOrd="0" destOrd="0" presId="urn:microsoft.com/office/officeart/2005/8/layout/arrow2"/>
    <dgm:cxn modelId="{E949F2A9-2BFA-4ABB-A7F8-A3A20E0FB656}" type="presParOf" srcId="{8517B222-3333-41C7-8037-736CF8AF1C04}" destId="{95E88FA6-5261-466E-90FC-E1B8181B902C}" srcOrd="0" destOrd="0" presId="urn:microsoft.com/office/officeart/2005/8/layout/arrow2"/>
    <dgm:cxn modelId="{DC584D2E-4C26-49D3-BCB5-B1AF925ADDA0}" type="presParOf" srcId="{8517B222-3333-41C7-8037-736CF8AF1C04}" destId="{D8DB6031-18C4-40DD-8201-633EA1A685CD}" srcOrd="1" destOrd="0" presId="urn:microsoft.com/office/officeart/2005/8/layout/arrow2"/>
    <dgm:cxn modelId="{51113CD5-CF9F-4DBF-A2C8-166CA4CFE6E0}" type="presParOf" srcId="{D8DB6031-18C4-40DD-8201-633EA1A685CD}" destId="{82215ABA-813B-4C5C-9C5E-9B3C60B1140F}" srcOrd="0" destOrd="0" presId="urn:microsoft.com/office/officeart/2005/8/layout/arrow2"/>
    <dgm:cxn modelId="{AF46B84D-782F-4D40-B80F-52B14C2108FF}" type="presParOf" srcId="{D8DB6031-18C4-40DD-8201-633EA1A685CD}" destId="{CAD5B33B-6B15-458A-B41D-4AAD3EFBE404}" srcOrd="1" destOrd="0" presId="urn:microsoft.com/office/officeart/2005/8/layout/arrow2"/>
    <dgm:cxn modelId="{0648A390-FB0F-4C4E-BA1E-FD1C1849857D}" type="presParOf" srcId="{D8DB6031-18C4-40DD-8201-633EA1A685CD}" destId="{363C3354-CE24-43E0-BC0E-2B88577AE994}" srcOrd="2" destOrd="0" presId="urn:microsoft.com/office/officeart/2005/8/layout/arrow2"/>
    <dgm:cxn modelId="{9F7C848B-F0D0-4174-9566-28D2A53BB055}" type="presParOf" srcId="{D8DB6031-18C4-40DD-8201-633EA1A685CD}" destId="{27D732D8-D5EA-4890-BE0E-21C3013DA42B}" srcOrd="3" destOrd="0" presId="urn:microsoft.com/office/officeart/2005/8/layout/arrow2"/>
    <dgm:cxn modelId="{3B36876B-39EF-4036-94E8-2FED277B046A}" type="presParOf" srcId="{D8DB6031-18C4-40DD-8201-633EA1A685CD}" destId="{DD034CC4-F3BA-4319-88D0-1B30D486C6A8}" srcOrd="4" destOrd="0" presId="urn:microsoft.com/office/officeart/2005/8/layout/arrow2"/>
    <dgm:cxn modelId="{241C03AA-977E-4A31-9C73-A1031D47A46B}" type="presParOf" srcId="{D8DB6031-18C4-40DD-8201-633EA1A685CD}" destId="{34212CA2-8A68-4D03-9166-9EA191215954}" srcOrd="5" destOrd="0" presId="urn:microsoft.com/office/officeart/2005/8/layout/arrow2"/>
    <dgm:cxn modelId="{FDD60135-52F5-4C51-AC67-12DD2A5CF6E1}" type="presParOf" srcId="{D8DB6031-18C4-40DD-8201-633EA1A685CD}" destId="{F41679A1-E62A-408F-B237-A7656F0947CD}" srcOrd="6" destOrd="0" presId="urn:microsoft.com/office/officeart/2005/8/layout/arrow2"/>
    <dgm:cxn modelId="{5D6A592E-5187-4A13-B67F-72813A0FF679}" type="presParOf" srcId="{D8DB6031-18C4-40DD-8201-633EA1A685CD}" destId="{AE5A3F1D-08A2-4D8B-8ACE-49BD231B0D71}" srcOrd="7" destOrd="0" presId="urn:microsoft.com/office/officeart/2005/8/layout/arrow2"/>
    <dgm:cxn modelId="{8C3F2A0A-C283-44C2-B940-7AAE1B198978}" type="presParOf" srcId="{D8DB6031-18C4-40DD-8201-633EA1A685CD}" destId="{333AF03F-F6F2-45E5-BF51-68F8DA699A11}" srcOrd="8" destOrd="0" presId="urn:microsoft.com/office/officeart/2005/8/layout/arrow2"/>
    <dgm:cxn modelId="{EA334C49-CE5A-4ADD-9B09-9E8250AEAD87}" type="presParOf" srcId="{D8DB6031-18C4-40DD-8201-633EA1A685CD}" destId="{1D3FFB8F-773E-482B-AF0E-78F9DC9D0347}" srcOrd="9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E88FA6-5261-466E-90FC-E1B8181B902C}">
      <dsp:nvSpPr>
        <dsp:cNvPr id="0" name=""/>
        <dsp:cNvSpPr/>
      </dsp:nvSpPr>
      <dsp:spPr>
        <a:xfrm>
          <a:off x="1277302" y="0"/>
          <a:ext cx="6395720" cy="3997325"/>
        </a:xfrm>
        <a:prstGeom prst="swooshArrow">
          <a:avLst>
            <a:gd name="adj1" fmla="val 25000"/>
            <a:gd name="adj2" fmla="val 25000"/>
          </a:avLst>
        </a:prstGeom>
        <a:gradFill rotWithShape="1">
          <a:gsLst>
            <a:gs pos="0">
              <a:schemeClr val="accent3">
                <a:tint val="48000"/>
                <a:alpha val="88000"/>
                <a:satMod val="105000"/>
                <a:lumMod val="110000"/>
              </a:schemeClr>
            </a:gs>
            <a:gs pos="100000">
              <a:schemeClr val="accent3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/>
          </a:solidFill>
          <a:prstDash val="solid"/>
        </a:ln>
        <a:effectLst/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</dsp:sp>
    <dsp:sp modelId="{82215ABA-813B-4C5C-9C5E-9B3C60B1140F}">
      <dsp:nvSpPr>
        <dsp:cNvPr id="0" name=""/>
        <dsp:cNvSpPr/>
      </dsp:nvSpPr>
      <dsp:spPr>
        <a:xfrm>
          <a:off x="1907280" y="2972410"/>
          <a:ext cx="147101" cy="147101"/>
        </a:xfrm>
        <a:prstGeom prst="ellipse">
          <a:avLst/>
        </a:prstGeom>
        <a:solidFill>
          <a:srgbClr val="FF000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D5B33B-6B15-458A-B41D-4AAD3EFBE404}">
      <dsp:nvSpPr>
        <dsp:cNvPr id="0" name=""/>
        <dsp:cNvSpPr/>
      </dsp:nvSpPr>
      <dsp:spPr>
        <a:xfrm>
          <a:off x="1620187" y="3447351"/>
          <a:ext cx="1036599" cy="330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946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kern="1200" dirty="0"/>
            <a:t>細胞</a:t>
          </a:r>
        </a:p>
      </dsp:txBody>
      <dsp:txXfrm>
        <a:off x="1620187" y="3447351"/>
        <a:ext cx="1036599" cy="330884"/>
      </dsp:txXfrm>
    </dsp:sp>
    <dsp:sp modelId="{363C3354-CE24-43E0-BC0E-2B88577AE994}">
      <dsp:nvSpPr>
        <dsp:cNvPr id="0" name=""/>
        <dsp:cNvSpPr/>
      </dsp:nvSpPr>
      <dsp:spPr>
        <a:xfrm>
          <a:off x="2703548" y="2207322"/>
          <a:ext cx="230245" cy="230245"/>
        </a:xfrm>
        <a:prstGeom prst="ellipse">
          <a:avLst/>
        </a:prstGeom>
        <a:solidFill>
          <a:srgbClr val="FF000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D732D8-D5EA-4890-BE0E-21C3013DA42B}">
      <dsp:nvSpPr>
        <dsp:cNvPr id="0" name=""/>
        <dsp:cNvSpPr/>
      </dsp:nvSpPr>
      <dsp:spPr>
        <a:xfrm>
          <a:off x="2600971" y="2777753"/>
          <a:ext cx="1061689" cy="502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003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kern="1200" dirty="0"/>
            <a:t>組織</a:t>
          </a:r>
        </a:p>
      </dsp:txBody>
      <dsp:txXfrm>
        <a:off x="2600971" y="2777753"/>
        <a:ext cx="1061689" cy="502279"/>
      </dsp:txXfrm>
    </dsp:sp>
    <dsp:sp modelId="{DD034CC4-F3BA-4319-88D0-1B30D486C6A8}">
      <dsp:nvSpPr>
        <dsp:cNvPr id="0" name=""/>
        <dsp:cNvSpPr/>
      </dsp:nvSpPr>
      <dsp:spPr>
        <a:xfrm>
          <a:off x="3726863" y="1597331"/>
          <a:ext cx="306994" cy="306994"/>
        </a:xfrm>
        <a:prstGeom prst="ellipse">
          <a:avLst/>
        </a:prstGeom>
        <a:solidFill>
          <a:srgbClr val="FF000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212CA2-8A68-4D03-9166-9EA191215954}">
      <dsp:nvSpPr>
        <dsp:cNvPr id="0" name=""/>
        <dsp:cNvSpPr/>
      </dsp:nvSpPr>
      <dsp:spPr>
        <a:xfrm>
          <a:off x="3576642" y="2199543"/>
          <a:ext cx="1234373" cy="381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670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kern="1200" dirty="0"/>
            <a:t>臓器</a:t>
          </a:r>
          <a:endParaRPr kumimoji="1" lang="en-US" altLang="ja-JP" sz="3200" kern="1200" dirty="0"/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200" kern="1200" dirty="0"/>
        </a:p>
      </dsp:txBody>
      <dsp:txXfrm>
        <a:off x="3576642" y="2199543"/>
        <a:ext cx="1234373" cy="381724"/>
      </dsp:txXfrm>
    </dsp:sp>
    <dsp:sp modelId="{F41679A1-E62A-408F-B237-A7656F0947CD}">
      <dsp:nvSpPr>
        <dsp:cNvPr id="0" name=""/>
        <dsp:cNvSpPr/>
      </dsp:nvSpPr>
      <dsp:spPr>
        <a:xfrm>
          <a:off x="4916467" y="1120849"/>
          <a:ext cx="396534" cy="396534"/>
        </a:xfrm>
        <a:prstGeom prst="ellipse">
          <a:avLst/>
        </a:prstGeom>
        <a:solidFill>
          <a:srgbClr val="FF000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5A3F1D-08A2-4D8B-8ACE-49BD231B0D71}">
      <dsp:nvSpPr>
        <dsp:cNvPr id="0" name=""/>
        <dsp:cNvSpPr/>
      </dsp:nvSpPr>
      <dsp:spPr>
        <a:xfrm>
          <a:off x="5114734" y="1319117"/>
          <a:ext cx="1279144" cy="26782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0115" tIns="0" rIns="0" bIns="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6500" kern="1200"/>
        </a:p>
      </dsp:txBody>
      <dsp:txXfrm>
        <a:off x="5114734" y="1319117"/>
        <a:ext cx="1279144" cy="2678207"/>
      </dsp:txXfrm>
    </dsp:sp>
    <dsp:sp modelId="{333AF03F-F6F2-45E5-BF51-68F8DA699A11}">
      <dsp:nvSpPr>
        <dsp:cNvPr id="0" name=""/>
        <dsp:cNvSpPr/>
      </dsp:nvSpPr>
      <dsp:spPr>
        <a:xfrm>
          <a:off x="6141247" y="802662"/>
          <a:ext cx="505261" cy="505261"/>
        </a:xfrm>
        <a:prstGeom prst="ellipse">
          <a:avLst/>
        </a:prstGeom>
        <a:solidFill>
          <a:srgbClr val="FF000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3FFB8F-773E-482B-AF0E-78F9DC9D0347}">
      <dsp:nvSpPr>
        <dsp:cNvPr id="0" name=""/>
        <dsp:cNvSpPr/>
      </dsp:nvSpPr>
      <dsp:spPr>
        <a:xfrm>
          <a:off x="6393878" y="1055293"/>
          <a:ext cx="1279144" cy="2942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7728" tIns="0" rIns="0" bIns="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6500" kern="1200"/>
        </a:p>
      </dsp:txBody>
      <dsp:txXfrm>
        <a:off x="6393878" y="1055293"/>
        <a:ext cx="1279144" cy="29420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E88FA6-5261-466E-90FC-E1B8181B902C}">
      <dsp:nvSpPr>
        <dsp:cNvPr id="0" name=""/>
        <dsp:cNvSpPr/>
      </dsp:nvSpPr>
      <dsp:spPr>
        <a:xfrm flipH="1" flipV="1">
          <a:off x="1307442" y="109546"/>
          <a:ext cx="6275160" cy="3559138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215ABA-813B-4C5C-9C5E-9B3C60B1140F}">
      <dsp:nvSpPr>
        <dsp:cNvPr id="0" name=""/>
        <dsp:cNvSpPr/>
      </dsp:nvSpPr>
      <dsp:spPr>
        <a:xfrm>
          <a:off x="1898912" y="2775780"/>
          <a:ext cx="147101" cy="1471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D5B33B-6B15-458A-B41D-4AAD3EFBE404}">
      <dsp:nvSpPr>
        <dsp:cNvPr id="0" name=""/>
        <dsp:cNvSpPr/>
      </dsp:nvSpPr>
      <dsp:spPr>
        <a:xfrm>
          <a:off x="1030329" y="3447344"/>
          <a:ext cx="1036599" cy="330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946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kern="1200" dirty="0"/>
            <a:t>細胞</a:t>
          </a:r>
        </a:p>
      </dsp:txBody>
      <dsp:txXfrm>
        <a:off x="1030329" y="3447344"/>
        <a:ext cx="1036599" cy="330884"/>
      </dsp:txXfrm>
    </dsp:sp>
    <dsp:sp modelId="{363C3354-CE24-43E0-BC0E-2B88577AE994}">
      <dsp:nvSpPr>
        <dsp:cNvPr id="0" name=""/>
        <dsp:cNvSpPr/>
      </dsp:nvSpPr>
      <dsp:spPr>
        <a:xfrm>
          <a:off x="2706066" y="2602274"/>
          <a:ext cx="230245" cy="23024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D732D8-D5EA-4890-BE0E-21C3013DA42B}">
      <dsp:nvSpPr>
        <dsp:cNvPr id="0" name=""/>
        <dsp:cNvSpPr/>
      </dsp:nvSpPr>
      <dsp:spPr>
        <a:xfrm>
          <a:off x="2723226" y="3168945"/>
          <a:ext cx="1061689" cy="502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003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kern="1200" dirty="0"/>
            <a:t>組織</a:t>
          </a:r>
        </a:p>
      </dsp:txBody>
      <dsp:txXfrm>
        <a:off x="2723226" y="3168945"/>
        <a:ext cx="1061689" cy="502279"/>
      </dsp:txXfrm>
    </dsp:sp>
    <dsp:sp modelId="{DD034CC4-F3BA-4319-88D0-1B30D486C6A8}">
      <dsp:nvSpPr>
        <dsp:cNvPr id="0" name=""/>
        <dsp:cNvSpPr/>
      </dsp:nvSpPr>
      <dsp:spPr>
        <a:xfrm>
          <a:off x="3696723" y="2347740"/>
          <a:ext cx="306994" cy="30699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212CA2-8A68-4D03-9166-9EA191215954}">
      <dsp:nvSpPr>
        <dsp:cNvPr id="0" name=""/>
        <dsp:cNvSpPr/>
      </dsp:nvSpPr>
      <dsp:spPr>
        <a:xfrm>
          <a:off x="3936984" y="2765316"/>
          <a:ext cx="1234373" cy="381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670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kern="1200" dirty="0"/>
            <a:t>臓器</a:t>
          </a:r>
          <a:endParaRPr kumimoji="1" lang="en-US" altLang="ja-JP" sz="3200" kern="1200" dirty="0"/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200" kern="1200" dirty="0"/>
        </a:p>
      </dsp:txBody>
      <dsp:txXfrm>
        <a:off x="3936984" y="2765316"/>
        <a:ext cx="1234373" cy="381724"/>
      </dsp:txXfrm>
    </dsp:sp>
    <dsp:sp modelId="{F41679A1-E62A-408F-B237-A7656F0947CD}">
      <dsp:nvSpPr>
        <dsp:cNvPr id="0" name=""/>
        <dsp:cNvSpPr/>
      </dsp:nvSpPr>
      <dsp:spPr>
        <a:xfrm>
          <a:off x="4886327" y="1893013"/>
          <a:ext cx="396534" cy="39653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5A3F1D-08A2-4D8B-8ACE-49BD231B0D71}">
      <dsp:nvSpPr>
        <dsp:cNvPr id="0" name=""/>
        <dsp:cNvSpPr/>
      </dsp:nvSpPr>
      <dsp:spPr>
        <a:xfrm>
          <a:off x="5084594" y="1209570"/>
          <a:ext cx="1279144" cy="26782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0115" tIns="0" rIns="0" bIns="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6500" kern="1200"/>
        </a:p>
      </dsp:txBody>
      <dsp:txXfrm>
        <a:off x="5084594" y="1209570"/>
        <a:ext cx="1279144" cy="2678207"/>
      </dsp:txXfrm>
    </dsp:sp>
    <dsp:sp modelId="{333AF03F-F6F2-45E5-BF51-68F8DA699A11}">
      <dsp:nvSpPr>
        <dsp:cNvPr id="0" name=""/>
        <dsp:cNvSpPr/>
      </dsp:nvSpPr>
      <dsp:spPr>
        <a:xfrm>
          <a:off x="6111107" y="1106849"/>
          <a:ext cx="505261" cy="5052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3FFB8F-773E-482B-AF0E-78F9DC9D0347}">
      <dsp:nvSpPr>
        <dsp:cNvPr id="0" name=""/>
        <dsp:cNvSpPr/>
      </dsp:nvSpPr>
      <dsp:spPr>
        <a:xfrm>
          <a:off x="6363738" y="945747"/>
          <a:ext cx="1279144" cy="2942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7728" tIns="0" rIns="0" bIns="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6500" kern="1200"/>
        </a:p>
      </dsp:txBody>
      <dsp:txXfrm>
        <a:off x="6363738" y="945747"/>
        <a:ext cx="1279144" cy="29420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E88FA6-5261-466E-90FC-E1B8181B902C}">
      <dsp:nvSpPr>
        <dsp:cNvPr id="0" name=""/>
        <dsp:cNvSpPr/>
      </dsp:nvSpPr>
      <dsp:spPr>
        <a:xfrm flipH="1" flipV="1">
          <a:off x="1307442" y="109546"/>
          <a:ext cx="6275160" cy="3559138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215ABA-813B-4C5C-9C5E-9B3C60B1140F}">
      <dsp:nvSpPr>
        <dsp:cNvPr id="0" name=""/>
        <dsp:cNvSpPr/>
      </dsp:nvSpPr>
      <dsp:spPr>
        <a:xfrm>
          <a:off x="1898912" y="2775780"/>
          <a:ext cx="147101" cy="1471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D5B33B-6B15-458A-B41D-4AAD3EFBE404}">
      <dsp:nvSpPr>
        <dsp:cNvPr id="0" name=""/>
        <dsp:cNvSpPr/>
      </dsp:nvSpPr>
      <dsp:spPr>
        <a:xfrm>
          <a:off x="1030329" y="3447344"/>
          <a:ext cx="1036599" cy="330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946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kern="1200" dirty="0"/>
            <a:t>細胞</a:t>
          </a:r>
        </a:p>
      </dsp:txBody>
      <dsp:txXfrm>
        <a:off x="1030329" y="3447344"/>
        <a:ext cx="1036599" cy="330884"/>
      </dsp:txXfrm>
    </dsp:sp>
    <dsp:sp modelId="{363C3354-CE24-43E0-BC0E-2B88577AE994}">
      <dsp:nvSpPr>
        <dsp:cNvPr id="0" name=""/>
        <dsp:cNvSpPr/>
      </dsp:nvSpPr>
      <dsp:spPr>
        <a:xfrm>
          <a:off x="2706066" y="2602274"/>
          <a:ext cx="230245" cy="23024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D732D8-D5EA-4890-BE0E-21C3013DA42B}">
      <dsp:nvSpPr>
        <dsp:cNvPr id="0" name=""/>
        <dsp:cNvSpPr/>
      </dsp:nvSpPr>
      <dsp:spPr>
        <a:xfrm>
          <a:off x="2723226" y="3168945"/>
          <a:ext cx="1061689" cy="502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003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kern="1200" dirty="0"/>
            <a:t>組織</a:t>
          </a:r>
        </a:p>
      </dsp:txBody>
      <dsp:txXfrm>
        <a:off x="2723226" y="3168945"/>
        <a:ext cx="1061689" cy="502279"/>
      </dsp:txXfrm>
    </dsp:sp>
    <dsp:sp modelId="{DD034CC4-F3BA-4319-88D0-1B30D486C6A8}">
      <dsp:nvSpPr>
        <dsp:cNvPr id="0" name=""/>
        <dsp:cNvSpPr/>
      </dsp:nvSpPr>
      <dsp:spPr>
        <a:xfrm>
          <a:off x="3696723" y="2347740"/>
          <a:ext cx="306994" cy="30699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212CA2-8A68-4D03-9166-9EA191215954}">
      <dsp:nvSpPr>
        <dsp:cNvPr id="0" name=""/>
        <dsp:cNvSpPr/>
      </dsp:nvSpPr>
      <dsp:spPr>
        <a:xfrm>
          <a:off x="3936984" y="2765316"/>
          <a:ext cx="1234373" cy="381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670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kern="1200" dirty="0"/>
            <a:t>臓器</a:t>
          </a:r>
          <a:endParaRPr kumimoji="1" lang="en-US" altLang="ja-JP" sz="3200" kern="1200" dirty="0"/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200" kern="1200" dirty="0"/>
        </a:p>
      </dsp:txBody>
      <dsp:txXfrm>
        <a:off x="3936984" y="2765316"/>
        <a:ext cx="1234373" cy="381724"/>
      </dsp:txXfrm>
    </dsp:sp>
    <dsp:sp modelId="{F41679A1-E62A-408F-B237-A7656F0947CD}">
      <dsp:nvSpPr>
        <dsp:cNvPr id="0" name=""/>
        <dsp:cNvSpPr/>
      </dsp:nvSpPr>
      <dsp:spPr>
        <a:xfrm>
          <a:off x="4886327" y="1893013"/>
          <a:ext cx="396534" cy="39653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5A3F1D-08A2-4D8B-8ACE-49BD231B0D71}">
      <dsp:nvSpPr>
        <dsp:cNvPr id="0" name=""/>
        <dsp:cNvSpPr/>
      </dsp:nvSpPr>
      <dsp:spPr>
        <a:xfrm>
          <a:off x="5084594" y="1209570"/>
          <a:ext cx="1279144" cy="26782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0115" tIns="0" rIns="0" bIns="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6500" kern="1200"/>
        </a:p>
      </dsp:txBody>
      <dsp:txXfrm>
        <a:off x="5084594" y="1209570"/>
        <a:ext cx="1279144" cy="2678207"/>
      </dsp:txXfrm>
    </dsp:sp>
    <dsp:sp modelId="{333AF03F-F6F2-45E5-BF51-68F8DA699A11}">
      <dsp:nvSpPr>
        <dsp:cNvPr id="0" name=""/>
        <dsp:cNvSpPr/>
      </dsp:nvSpPr>
      <dsp:spPr>
        <a:xfrm>
          <a:off x="6111107" y="1106849"/>
          <a:ext cx="505261" cy="5052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3FFB8F-773E-482B-AF0E-78F9DC9D0347}">
      <dsp:nvSpPr>
        <dsp:cNvPr id="0" name=""/>
        <dsp:cNvSpPr/>
      </dsp:nvSpPr>
      <dsp:spPr>
        <a:xfrm>
          <a:off x="6363738" y="945747"/>
          <a:ext cx="1279144" cy="2942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7728" tIns="0" rIns="0" bIns="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6500" kern="1200"/>
        </a:p>
      </dsp:txBody>
      <dsp:txXfrm>
        <a:off x="6363738" y="945747"/>
        <a:ext cx="1279144" cy="294203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E88FA6-5261-466E-90FC-E1B8181B902C}">
      <dsp:nvSpPr>
        <dsp:cNvPr id="0" name=""/>
        <dsp:cNvSpPr/>
      </dsp:nvSpPr>
      <dsp:spPr>
        <a:xfrm flipH="1" flipV="1">
          <a:off x="1307442" y="109546"/>
          <a:ext cx="6275160" cy="3559138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215ABA-813B-4C5C-9C5E-9B3C60B1140F}">
      <dsp:nvSpPr>
        <dsp:cNvPr id="0" name=""/>
        <dsp:cNvSpPr/>
      </dsp:nvSpPr>
      <dsp:spPr>
        <a:xfrm>
          <a:off x="1898912" y="2775780"/>
          <a:ext cx="147101" cy="1471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D5B33B-6B15-458A-B41D-4AAD3EFBE404}">
      <dsp:nvSpPr>
        <dsp:cNvPr id="0" name=""/>
        <dsp:cNvSpPr/>
      </dsp:nvSpPr>
      <dsp:spPr>
        <a:xfrm>
          <a:off x="1030329" y="3447344"/>
          <a:ext cx="1036599" cy="330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946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kern="1200" dirty="0"/>
            <a:t>細胞</a:t>
          </a:r>
        </a:p>
      </dsp:txBody>
      <dsp:txXfrm>
        <a:off x="1030329" y="3447344"/>
        <a:ext cx="1036599" cy="330884"/>
      </dsp:txXfrm>
    </dsp:sp>
    <dsp:sp modelId="{363C3354-CE24-43E0-BC0E-2B88577AE994}">
      <dsp:nvSpPr>
        <dsp:cNvPr id="0" name=""/>
        <dsp:cNvSpPr/>
      </dsp:nvSpPr>
      <dsp:spPr>
        <a:xfrm>
          <a:off x="2706066" y="2602274"/>
          <a:ext cx="230245" cy="23024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D732D8-D5EA-4890-BE0E-21C3013DA42B}">
      <dsp:nvSpPr>
        <dsp:cNvPr id="0" name=""/>
        <dsp:cNvSpPr/>
      </dsp:nvSpPr>
      <dsp:spPr>
        <a:xfrm>
          <a:off x="2723226" y="3168945"/>
          <a:ext cx="1061689" cy="502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003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kern="1200" dirty="0"/>
            <a:t>組織</a:t>
          </a:r>
        </a:p>
      </dsp:txBody>
      <dsp:txXfrm>
        <a:off x="2723226" y="3168945"/>
        <a:ext cx="1061689" cy="502279"/>
      </dsp:txXfrm>
    </dsp:sp>
    <dsp:sp modelId="{DD034CC4-F3BA-4319-88D0-1B30D486C6A8}">
      <dsp:nvSpPr>
        <dsp:cNvPr id="0" name=""/>
        <dsp:cNvSpPr/>
      </dsp:nvSpPr>
      <dsp:spPr>
        <a:xfrm>
          <a:off x="3696723" y="2347740"/>
          <a:ext cx="306994" cy="30699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212CA2-8A68-4D03-9166-9EA191215954}">
      <dsp:nvSpPr>
        <dsp:cNvPr id="0" name=""/>
        <dsp:cNvSpPr/>
      </dsp:nvSpPr>
      <dsp:spPr>
        <a:xfrm>
          <a:off x="3936984" y="2765316"/>
          <a:ext cx="1234373" cy="381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670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kern="1200" dirty="0"/>
            <a:t>臓器</a:t>
          </a:r>
          <a:endParaRPr kumimoji="1" lang="en-US" altLang="ja-JP" sz="3200" kern="1200" dirty="0"/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200" kern="1200" dirty="0"/>
        </a:p>
      </dsp:txBody>
      <dsp:txXfrm>
        <a:off x="3936984" y="2765316"/>
        <a:ext cx="1234373" cy="381724"/>
      </dsp:txXfrm>
    </dsp:sp>
    <dsp:sp modelId="{F41679A1-E62A-408F-B237-A7656F0947CD}">
      <dsp:nvSpPr>
        <dsp:cNvPr id="0" name=""/>
        <dsp:cNvSpPr/>
      </dsp:nvSpPr>
      <dsp:spPr>
        <a:xfrm>
          <a:off x="4886327" y="1893013"/>
          <a:ext cx="396534" cy="39653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5A3F1D-08A2-4D8B-8ACE-49BD231B0D71}">
      <dsp:nvSpPr>
        <dsp:cNvPr id="0" name=""/>
        <dsp:cNvSpPr/>
      </dsp:nvSpPr>
      <dsp:spPr>
        <a:xfrm>
          <a:off x="5084594" y="1209570"/>
          <a:ext cx="1279144" cy="26782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0115" tIns="0" rIns="0" bIns="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6500" kern="1200"/>
        </a:p>
      </dsp:txBody>
      <dsp:txXfrm>
        <a:off x="5084594" y="1209570"/>
        <a:ext cx="1279144" cy="2678207"/>
      </dsp:txXfrm>
    </dsp:sp>
    <dsp:sp modelId="{333AF03F-F6F2-45E5-BF51-68F8DA699A11}">
      <dsp:nvSpPr>
        <dsp:cNvPr id="0" name=""/>
        <dsp:cNvSpPr/>
      </dsp:nvSpPr>
      <dsp:spPr>
        <a:xfrm>
          <a:off x="6111107" y="1106849"/>
          <a:ext cx="505261" cy="5052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3FFB8F-773E-482B-AF0E-78F9DC9D0347}">
      <dsp:nvSpPr>
        <dsp:cNvPr id="0" name=""/>
        <dsp:cNvSpPr/>
      </dsp:nvSpPr>
      <dsp:spPr>
        <a:xfrm>
          <a:off x="6363738" y="945747"/>
          <a:ext cx="1279144" cy="2942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7728" tIns="0" rIns="0" bIns="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6500" kern="1200"/>
        </a:p>
      </dsp:txBody>
      <dsp:txXfrm>
        <a:off x="6363738" y="945747"/>
        <a:ext cx="1279144" cy="294203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E88FA6-5261-466E-90FC-E1B8181B902C}">
      <dsp:nvSpPr>
        <dsp:cNvPr id="0" name=""/>
        <dsp:cNvSpPr/>
      </dsp:nvSpPr>
      <dsp:spPr>
        <a:xfrm flipH="1" flipV="1">
          <a:off x="1307442" y="109546"/>
          <a:ext cx="6275160" cy="3559138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215ABA-813B-4C5C-9C5E-9B3C60B1140F}">
      <dsp:nvSpPr>
        <dsp:cNvPr id="0" name=""/>
        <dsp:cNvSpPr/>
      </dsp:nvSpPr>
      <dsp:spPr>
        <a:xfrm>
          <a:off x="1898912" y="2775780"/>
          <a:ext cx="147101" cy="1471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D5B33B-6B15-458A-B41D-4AAD3EFBE404}">
      <dsp:nvSpPr>
        <dsp:cNvPr id="0" name=""/>
        <dsp:cNvSpPr/>
      </dsp:nvSpPr>
      <dsp:spPr>
        <a:xfrm>
          <a:off x="1030329" y="3447344"/>
          <a:ext cx="1036599" cy="330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946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kern="1200" dirty="0"/>
            <a:t>細胞</a:t>
          </a:r>
        </a:p>
      </dsp:txBody>
      <dsp:txXfrm>
        <a:off x="1030329" y="3447344"/>
        <a:ext cx="1036599" cy="330884"/>
      </dsp:txXfrm>
    </dsp:sp>
    <dsp:sp modelId="{363C3354-CE24-43E0-BC0E-2B88577AE994}">
      <dsp:nvSpPr>
        <dsp:cNvPr id="0" name=""/>
        <dsp:cNvSpPr/>
      </dsp:nvSpPr>
      <dsp:spPr>
        <a:xfrm>
          <a:off x="2706066" y="2602274"/>
          <a:ext cx="230245" cy="23024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D732D8-D5EA-4890-BE0E-21C3013DA42B}">
      <dsp:nvSpPr>
        <dsp:cNvPr id="0" name=""/>
        <dsp:cNvSpPr/>
      </dsp:nvSpPr>
      <dsp:spPr>
        <a:xfrm>
          <a:off x="2723226" y="3168945"/>
          <a:ext cx="1061689" cy="502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003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kern="1200" dirty="0"/>
            <a:t>組織</a:t>
          </a:r>
        </a:p>
      </dsp:txBody>
      <dsp:txXfrm>
        <a:off x="2723226" y="3168945"/>
        <a:ext cx="1061689" cy="502279"/>
      </dsp:txXfrm>
    </dsp:sp>
    <dsp:sp modelId="{DD034CC4-F3BA-4319-88D0-1B30D486C6A8}">
      <dsp:nvSpPr>
        <dsp:cNvPr id="0" name=""/>
        <dsp:cNvSpPr/>
      </dsp:nvSpPr>
      <dsp:spPr>
        <a:xfrm>
          <a:off x="3696723" y="2347740"/>
          <a:ext cx="306994" cy="30699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212CA2-8A68-4D03-9166-9EA191215954}">
      <dsp:nvSpPr>
        <dsp:cNvPr id="0" name=""/>
        <dsp:cNvSpPr/>
      </dsp:nvSpPr>
      <dsp:spPr>
        <a:xfrm>
          <a:off x="3936984" y="2765316"/>
          <a:ext cx="1234373" cy="381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670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kern="1200" dirty="0"/>
            <a:t>臓器</a:t>
          </a:r>
          <a:endParaRPr kumimoji="1" lang="en-US" altLang="ja-JP" sz="3200" kern="1200" dirty="0"/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200" kern="1200" dirty="0"/>
        </a:p>
      </dsp:txBody>
      <dsp:txXfrm>
        <a:off x="3936984" y="2765316"/>
        <a:ext cx="1234373" cy="381724"/>
      </dsp:txXfrm>
    </dsp:sp>
    <dsp:sp modelId="{F41679A1-E62A-408F-B237-A7656F0947CD}">
      <dsp:nvSpPr>
        <dsp:cNvPr id="0" name=""/>
        <dsp:cNvSpPr/>
      </dsp:nvSpPr>
      <dsp:spPr>
        <a:xfrm>
          <a:off x="4886327" y="1893013"/>
          <a:ext cx="396534" cy="39653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5A3F1D-08A2-4D8B-8ACE-49BD231B0D71}">
      <dsp:nvSpPr>
        <dsp:cNvPr id="0" name=""/>
        <dsp:cNvSpPr/>
      </dsp:nvSpPr>
      <dsp:spPr>
        <a:xfrm>
          <a:off x="5084594" y="1209570"/>
          <a:ext cx="1279144" cy="26782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0115" tIns="0" rIns="0" bIns="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6500" kern="1200"/>
        </a:p>
      </dsp:txBody>
      <dsp:txXfrm>
        <a:off x="5084594" y="1209570"/>
        <a:ext cx="1279144" cy="2678207"/>
      </dsp:txXfrm>
    </dsp:sp>
    <dsp:sp modelId="{333AF03F-F6F2-45E5-BF51-68F8DA699A11}">
      <dsp:nvSpPr>
        <dsp:cNvPr id="0" name=""/>
        <dsp:cNvSpPr/>
      </dsp:nvSpPr>
      <dsp:spPr>
        <a:xfrm>
          <a:off x="6111107" y="1106849"/>
          <a:ext cx="505261" cy="5052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3FFB8F-773E-482B-AF0E-78F9DC9D0347}">
      <dsp:nvSpPr>
        <dsp:cNvPr id="0" name=""/>
        <dsp:cNvSpPr/>
      </dsp:nvSpPr>
      <dsp:spPr>
        <a:xfrm>
          <a:off x="6363738" y="945747"/>
          <a:ext cx="1279144" cy="2942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7728" tIns="0" rIns="0" bIns="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6500" kern="1200"/>
        </a:p>
      </dsp:txBody>
      <dsp:txXfrm>
        <a:off x="6363738" y="945747"/>
        <a:ext cx="1279144" cy="294203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E88FA6-5261-466E-90FC-E1B8181B902C}">
      <dsp:nvSpPr>
        <dsp:cNvPr id="0" name=""/>
        <dsp:cNvSpPr/>
      </dsp:nvSpPr>
      <dsp:spPr>
        <a:xfrm flipH="1" flipV="1">
          <a:off x="1307442" y="109546"/>
          <a:ext cx="6275160" cy="3559138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215ABA-813B-4C5C-9C5E-9B3C60B1140F}">
      <dsp:nvSpPr>
        <dsp:cNvPr id="0" name=""/>
        <dsp:cNvSpPr/>
      </dsp:nvSpPr>
      <dsp:spPr>
        <a:xfrm>
          <a:off x="1898912" y="2775780"/>
          <a:ext cx="147101" cy="1471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D5B33B-6B15-458A-B41D-4AAD3EFBE404}">
      <dsp:nvSpPr>
        <dsp:cNvPr id="0" name=""/>
        <dsp:cNvSpPr/>
      </dsp:nvSpPr>
      <dsp:spPr>
        <a:xfrm>
          <a:off x="1030329" y="3447344"/>
          <a:ext cx="1036599" cy="330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946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kern="1200" dirty="0"/>
            <a:t>細胞</a:t>
          </a:r>
        </a:p>
      </dsp:txBody>
      <dsp:txXfrm>
        <a:off x="1030329" y="3447344"/>
        <a:ext cx="1036599" cy="330884"/>
      </dsp:txXfrm>
    </dsp:sp>
    <dsp:sp modelId="{363C3354-CE24-43E0-BC0E-2B88577AE994}">
      <dsp:nvSpPr>
        <dsp:cNvPr id="0" name=""/>
        <dsp:cNvSpPr/>
      </dsp:nvSpPr>
      <dsp:spPr>
        <a:xfrm>
          <a:off x="2706066" y="2602274"/>
          <a:ext cx="230245" cy="23024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D732D8-D5EA-4890-BE0E-21C3013DA42B}">
      <dsp:nvSpPr>
        <dsp:cNvPr id="0" name=""/>
        <dsp:cNvSpPr/>
      </dsp:nvSpPr>
      <dsp:spPr>
        <a:xfrm>
          <a:off x="2723226" y="3168945"/>
          <a:ext cx="1061689" cy="502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003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kern="1200" dirty="0"/>
            <a:t>組織</a:t>
          </a:r>
        </a:p>
      </dsp:txBody>
      <dsp:txXfrm>
        <a:off x="2723226" y="3168945"/>
        <a:ext cx="1061689" cy="502279"/>
      </dsp:txXfrm>
    </dsp:sp>
    <dsp:sp modelId="{DD034CC4-F3BA-4319-88D0-1B30D486C6A8}">
      <dsp:nvSpPr>
        <dsp:cNvPr id="0" name=""/>
        <dsp:cNvSpPr/>
      </dsp:nvSpPr>
      <dsp:spPr>
        <a:xfrm>
          <a:off x="3696723" y="2347740"/>
          <a:ext cx="306994" cy="30699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212CA2-8A68-4D03-9166-9EA191215954}">
      <dsp:nvSpPr>
        <dsp:cNvPr id="0" name=""/>
        <dsp:cNvSpPr/>
      </dsp:nvSpPr>
      <dsp:spPr>
        <a:xfrm>
          <a:off x="3936984" y="2765316"/>
          <a:ext cx="1234373" cy="381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670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kern="1200" dirty="0"/>
            <a:t>臓器</a:t>
          </a:r>
          <a:endParaRPr kumimoji="1" lang="en-US" altLang="ja-JP" sz="3200" kern="1200" dirty="0"/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200" kern="1200" dirty="0"/>
        </a:p>
      </dsp:txBody>
      <dsp:txXfrm>
        <a:off x="3936984" y="2765316"/>
        <a:ext cx="1234373" cy="381724"/>
      </dsp:txXfrm>
    </dsp:sp>
    <dsp:sp modelId="{F41679A1-E62A-408F-B237-A7656F0947CD}">
      <dsp:nvSpPr>
        <dsp:cNvPr id="0" name=""/>
        <dsp:cNvSpPr/>
      </dsp:nvSpPr>
      <dsp:spPr>
        <a:xfrm>
          <a:off x="4886327" y="1893013"/>
          <a:ext cx="396534" cy="39653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5A3F1D-08A2-4D8B-8ACE-49BD231B0D71}">
      <dsp:nvSpPr>
        <dsp:cNvPr id="0" name=""/>
        <dsp:cNvSpPr/>
      </dsp:nvSpPr>
      <dsp:spPr>
        <a:xfrm>
          <a:off x="5084594" y="1209570"/>
          <a:ext cx="1279144" cy="26782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0115" tIns="0" rIns="0" bIns="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6500" kern="1200"/>
        </a:p>
      </dsp:txBody>
      <dsp:txXfrm>
        <a:off x="5084594" y="1209570"/>
        <a:ext cx="1279144" cy="2678207"/>
      </dsp:txXfrm>
    </dsp:sp>
    <dsp:sp modelId="{333AF03F-F6F2-45E5-BF51-68F8DA699A11}">
      <dsp:nvSpPr>
        <dsp:cNvPr id="0" name=""/>
        <dsp:cNvSpPr/>
      </dsp:nvSpPr>
      <dsp:spPr>
        <a:xfrm>
          <a:off x="6111107" y="1106849"/>
          <a:ext cx="505261" cy="5052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3FFB8F-773E-482B-AF0E-78F9DC9D0347}">
      <dsp:nvSpPr>
        <dsp:cNvPr id="0" name=""/>
        <dsp:cNvSpPr/>
      </dsp:nvSpPr>
      <dsp:spPr>
        <a:xfrm>
          <a:off x="6363738" y="945747"/>
          <a:ext cx="1279144" cy="2942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7728" tIns="0" rIns="0" bIns="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6500" kern="1200"/>
        </a:p>
      </dsp:txBody>
      <dsp:txXfrm>
        <a:off x="6363738" y="945747"/>
        <a:ext cx="1279144" cy="294203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E88FA6-5261-466E-90FC-E1B8181B902C}">
      <dsp:nvSpPr>
        <dsp:cNvPr id="0" name=""/>
        <dsp:cNvSpPr/>
      </dsp:nvSpPr>
      <dsp:spPr>
        <a:xfrm flipH="1" flipV="1">
          <a:off x="1307442" y="109546"/>
          <a:ext cx="6275160" cy="3559138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215ABA-813B-4C5C-9C5E-9B3C60B1140F}">
      <dsp:nvSpPr>
        <dsp:cNvPr id="0" name=""/>
        <dsp:cNvSpPr/>
      </dsp:nvSpPr>
      <dsp:spPr>
        <a:xfrm>
          <a:off x="1898912" y="2775780"/>
          <a:ext cx="147101" cy="1471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D5B33B-6B15-458A-B41D-4AAD3EFBE404}">
      <dsp:nvSpPr>
        <dsp:cNvPr id="0" name=""/>
        <dsp:cNvSpPr/>
      </dsp:nvSpPr>
      <dsp:spPr>
        <a:xfrm>
          <a:off x="1030329" y="3447344"/>
          <a:ext cx="1036599" cy="330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946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kern="1200" dirty="0"/>
            <a:t>細胞</a:t>
          </a:r>
        </a:p>
      </dsp:txBody>
      <dsp:txXfrm>
        <a:off x="1030329" y="3447344"/>
        <a:ext cx="1036599" cy="330884"/>
      </dsp:txXfrm>
    </dsp:sp>
    <dsp:sp modelId="{363C3354-CE24-43E0-BC0E-2B88577AE994}">
      <dsp:nvSpPr>
        <dsp:cNvPr id="0" name=""/>
        <dsp:cNvSpPr/>
      </dsp:nvSpPr>
      <dsp:spPr>
        <a:xfrm>
          <a:off x="2706066" y="2602274"/>
          <a:ext cx="230245" cy="23024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D732D8-D5EA-4890-BE0E-21C3013DA42B}">
      <dsp:nvSpPr>
        <dsp:cNvPr id="0" name=""/>
        <dsp:cNvSpPr/>
      </dsp:nvSpPr>
      <dsp:spPr>
        <a:xfrm>
          <a:off x="2723226" y="3168945"/>
          <a:ext cx="1061689" cy="502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003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kern="1200" dirty="0"/>
            <a:t>組織</a:t>
          </a:r>
        </a:p>
      </dsp:txBody>
      <dsp:txXfrm>
        <a:off x="2723226" y="3168945"/>
        <a:ext cx="1061689" cy="502279"/>
      </dsp:txXfrm>
    </dsp:sp>
    <dsp:sp modelId="{DD034CC4-F3BA-4319-88D0-1B30D486C6A8}">
      <dsp:nvSpPr>
        <dsp:cNvPr id="0" name=""/>
        <dsp:cNvSpPr/>
      </dsp:nvSpPr>
      <dsp:spPr>
        <a:xfrm>
          <a:off x="3696723" y="2347740"/>
          <a:ext cx="306994" cy="30699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212CA2-8A68-4D03-9166-9EA191215954}">
      <dsp:nvSpPr>
        <dsp:cNvPr id="0" name=""/>
        <dsp:cNvSpPr/>
      </dsp:nvSpPr>
      <dsp:spPr>
        <a:xfrm>
          <a:off x="3936984" y="2765316"/>
          <a:ext cx="1234373" cy="381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670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kern="1200" dirty="0"/>
            <a:t>臓器</a:t>
          </a:r>
          <a:endParaRPr kumimoji="1" lang="en-US" altLang="ja-JP" sz="3200" kern="1200" dirty="0"/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200" kern="1200" dirty="0"/>
        </a:p>
      </dsp:txBody>
      <dsp:txXfrm>
        <a:off x="3936984" y="2765316"/>
        <a:ext cx="1234373" cy="381724"/>
      </dsp:txXfrm>
    </dsp:sp>
    <dsp:sp modelId="{F41679A1-E62A-408F-B237-A7656F0947CD}">
      <dsp:nvSpPr>
        <dsp:cNvPr id="0" name=""/>
        <dsp:cNvSpPr/>
      </dsp:nvSpPr>
      <dsp:spPr>
        <a:xfrm>
          <a:off x="4886327" y="1893013"/>
          <a:ext cx="396534" cy="39653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5A3F1D-08A2-4D8B-8ACE-49BD231B0D71}">
      <dsp:nvSpPr>
        <dsp:cNvPr id="0" name=""/>
        <dsp:cNvSpPr/>
      </dsp:nvSpPr>
      <dsp:spPr>
        <a:xfrm>
          <a:off x="5084594" y="1209570"/>
          <a:ext cx="1279144" cy="26782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0115" tIns="0" rIns="0" bIns="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6500" kern="1200"/>
        </a:p>
      </dsp:txBody>
      <dsp:txXfrm>
        <a:off x="5084594" y="1209570"/>
        <a:ext cx="1279144" cy="2678207"/>
      </dsp:txXfrm>
    </dsp:sp>
    <dsp:sp modelId="{333AF03F-F6F2-45E5-BF51-68F8DA699A11}">
      <dsp:nvSpPr>
        <dsp:cNvPr id="0" name=""/>
        <dsp:cNvSpPr/>
      </dsp:nvSpPr>
      <dsp:spPr>
        <a:xfrm>
          <a:off x="6111107" y="1106849"/>
          <a:ext cx="505261" cy="5052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3FFB8F-773E-482B-AF0E-78F9DC9D0347}">
      <dsp:nvSpPr>
        <dsp:cNvPr id="0" name=""/>
        <dsp:cNvSpPr/>
      </dsp:nvSpPr>
      <dsp:spPr>
        <a:xfrm>
          <a:off x="6363738" y="945747"/>
          <a:ext cx="1279144" cy="2942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7728" tIns="0" rIns="0" bIns="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6500" kern="1200"/>
        </a:p>
      </dsp:txBody>
      <dsp:txXfrm>
        <a:off x="6363738" y="945747"/>
        <a:ext cx="1279144" cy="29420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kumimoji="1"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3A38E0-50FC-01F7-1523-E95DBD522E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4722" y="3577069"/>
            <a:ext cx="11648477" cy="2725758"/>
          </a:xfrm>
        </p:spPr>
        <p:txBody>
          <a:bodyPr>
            <a:noAutofit/>
          </a:bodyPr>
          <a:lstStyle/>
          <a:p>
            <a:pPr algn="l"/>
            <a:r>
              <a:rPr kumimoji="1" lang="ja-JP" altLang="en-US" sz="4400" dirty="0"/>
              <a:t>はじめての</a:t>
            </a:r>
            <a:br>
              <a:rPr kumimoji="1" lang="en-US" altLang="ja-JP" sz="4400" dirty="0"/>
            </a:br>
            <a:r>
              <a:rPr kumimoji="1" lang="ja-JP" altLang="en-US" sz="4400" dirty="0"/>
              <a:t>リハビリテーション医学</a:t>
            </a:r>
            <a:br>
              <a:rPr kumimoji="1" lang="en-US" altLang="ja-JP" sz="3200" dirty="0"/>
            </a:br>
            <a:br>
              <a:rPr kumimoji="1" lang="en-US" altLang="ja-JP" sz="3200" dirty="0"/>
            </a:br>
            <a:r>
              <a:rPr kumimoji="1" lang="ja-JP" altLang="en-US" sz="3200" dirty="0"/>
              <a:t>～</a:t>
            </a:r>
            <a:r>
              <a:rPr lang="ja-JP" altLang="en-US" sz="3200" dirty="0"/>
              <a:t>リハビリは活動の医学～</a:t>
            </a:r>
            <a:endParaRPr kumimoji="1" lang="ja-JP" altLang="en-US" sz="32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7662F9F-D6A2-E781-6A75-F56524AD6596}"/>
              </a:ext>
            </a:extLst>
          </p:cNvPr>
          <p:cNvSpPr txBox="1"/>
          <p:nvPr/>
        </p:nvSpPr>
        <p:spPr>
          <a:xfrm>
            <a:off x="6258903" y="149499"/>
            <a:ext cx="41801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松波総合病院</a:t>
            </a:r>
            <a:endParaRPr kumimoji="1" lang="en-US" altLang="ja-JP" sz="2400" dirty="0"/>
          </a:p>
          <a:p>
            <a:r>
              <a:rPr kumimoji="1" lang="ja-JP" altLang="en-US" sz="2400" dirty="0"/>
              <a:t>小川大地</a:t>
            </a:r>
          </a:p>
        </p:txBody>
      </p:sp>
    </p:spTree>
    <p:extLst>
      <p:ext uri="{BB962C8B-B14F-4D97-AF65-F5344CB8AC3E}">
        <p14:creationId xmlns:p14="http://schemas.microsoft.com/office/powerpoint/2010/main" val="2678890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9024A-99A4-84D7-4A05-2240F92AB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F4B0D7-7966-3004-68F5-C63FF02A5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4722" y="3577069"/>
            <a:ext cx="11648477" cy="2725758"/>
          </a:xfrm>
        </p:spPr>
        <p:txBody>
          <a:bodyPr>
            <a:noAutofit/>
          </a:bodyPr>
          <a:lstStyle/>
          <a:p>
            <a:pPr algn="l"/>
            <a:r>
              <a:rPr kumimoji="1" lang="ja-JP" altLang="en-US" sz="4400" dirty="0"/>
              <a:t>はじめての</a:t>
            </a:r>
            <a:br>
              <a:rPr kumimoji="1" lang="en-US" altLang="ja-JP" sz="4400" dirty="0"/>
            </a:br>
            <a:r>
              <a:rPr kumimoji="1" lang="ja-JP" altLang="en-US" sz="4400" dirty="0"/>
              <a:t>リハビリテーション医学</a:t>
            </a:r>
            <a:br>
              <a:rPr kumimoji="1" lang="en-US" altLang="ja-JP" sz="3200" dirty="0"/>
            </a:br>
            <a:br>
              <a:rPr kumimoji="1" lang="en-US" altLang="ja-JP" sz="3200" dirty="0"/>
            </a:br>
            <a:r>
              <a:rPr kumimoji="1" lang="ja-JP" altLang="en-US" sz="3200" dirty="0"/>
              <a:t>～</a:t>
            </a:r>
            <a:r>
              <a:rPr lang="ja-JP" altLang="en-US" sz="3200" dirty="0"/>
              <a:t>リハビリの６つの特徴～</a:t>
            </a:r>
            <a:endParaRPr kumimoji="1" lang="ja-JP" altLang="en-US" sz="32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5876E10-BC10-5AA9-E864-DBF361EEB84E}"/>
              </a:ext>
            </a:extLst>
          </p:cNvPr>
          <p:cNvSpPr txBox="1"/>
          <p:nvPr/>
        </p:nvSpPr>
        <p:spPr>
          <a:xfrm>
            <a:off x="6258903" y="149499"/>
            <a:ext cx="41801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松波総合病院</a:t>
            </a:r>
            <a:endParaRPr kumimoji="1" lang="en-US" altLang="ja-JP" sz="2400" dirty="0"/>
          </a:p>
          <a:p>
            <a:r>
              <a:rPr kumimoji="1" lang="ja-JP" altLang="en-US" sz="2400" dirty="0"/>
              <a:t>小川大地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7D43FB7-F98A-8473-5004-2DA4C1416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350" y="381000"/>
            <a:ext cx="43053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108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FE82E4B0-74F3-4F50-611D-0CDAFE4DC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リハビリテーションの</a:t>
            </a:r>
            <a:r>
              <a:rPr lang="en-US" altLang="ja-JP" dirty="0"/>
              <a:t>6</a:t>
            </a:r>
            <a:r>
              <a:rPr lang="ja-JP" altLang="en-US" dirty="0"/>
              <a:t>つの特徴</a:t>
            </a:r>
          </a:p>
        </p:txBody>
      </p:sp>
      <p:sp>
        <p:nvSpPr>
          <p:cNvPr id="4" name="縦書きテキスト プレースホルダー 3">
            <a:extLst>
              <a:ext uri="{FF2B5EF4-FFF2-40B4-BE49-F238E27FC236}">
                <a16:creationId xmlns:a16="http://schemas.microsoft.com/office/drawing/2014/main" id="{640426B4-293D-1B15-9AC4-1FF002256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sz="2800" dirty="0"/>
              <a:t>①　活動の医学</a:t>
            </a:r>
            <a:endParaRPr lang="en-US" altLang="ja-JP" sz="2800" dirty="0"/>
          </a:p>
          <a:p>
            <a:r>
              <a:rPr lang="ja-JP" altLang="en-US" sz="2800" dirty="0"/>
              <a:t>②　年齢・臓器別ではない</a:t>
            </a:r>
            <a:endParaRPr lang="en-US" altLang="ja-JP" sz="2800" dirty="0"/>
          </a:p>
          <a:p>
            <a:r>
              <a:rPr lang="ja-JP" altLang="en-US" sz="2800" dirty="0"/>
              <a:t>③　時と場所を選ばない</a:t>
            </a:r>
            <a:endParaRPr lang="en-US" altLang="ja-JP" sz="2800" dirty="0"/>
          </a:p>
          <a:p>
            <a:r>
              <a:rPr lang="ja-JP" altLang="en-US" sz="2800" dirty="0"/>
              <a:t>④　患者が患者を良くする</a:t>
            </a:r>
            <a:endParaRPr lang="en-US" altLang="ja-JP" sz="2800" dirty="0"/>
          </a:p>
          <a:p>
            <a:r>
              <a:rPr lang="ja-JP" altLang="en-US" sz="2800" dirty="0"/>
              <a:t>⑤　チーム医療</a:t>
            </a:r>
            <a:endParaRPr lang="en-US" altLang="ja-JP" sz="2800" dirty="0"/>
          </a:p>
          <a:p>
            <a:r>
              <a:rPr lang="ja-JP" altLang="en-US" sz="2800" dirty="0"/>
              <a:t>⑥　１００人いれば１００通り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598434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43559-E712-8790-75F8-557E5F6E6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30E989-B728-DC14-78FC-525055376D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6303592" cy="2268559"/>
          </a:xfrm>
        </p:spPr>
        <p:txBody>
          <a:bodyPr>
            <a:normAutofit/>
          </a:bodyPr>
          <a:lstStyle/>
          <a:p>
            <a:pPr algn="l"/>
            <a:br>
              <a:rPr lang="en-US" altLang="ja-JP" sz="4000" b="1" dirty="0"/>
            </a:br>
            <a:r>
              <a:rPr lang="ja-JP" altLang="en-US" sz="4000" b="1" dirty="0"/>
              <a:t>リハビリの６つの特徴</a:t>
            </a:r>
            <a:br>
              <a:rPr lang="en-US" altLang="ja-JP" sz="4000" b="1" dirty="0"/>
            </a:br>
            <a:r>
              <a:rPr lang="ja-JP" altLang="en-US" sz="4000" b="1" dirty="0"/>
              <a:t>①　</a:t>
            </a:r>
            <a:r>
              <a:rPr kumimoji="1" lang="ja-JP" altLang="en-US" sz="4000" b="1" dirty="0"/>
              <a:t>活動の医学（理論編）</a:t>
            </a:r>
            <a:endParaRPr kumimoji="1" lang="ja-JP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200238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499E1E-6F27-5941-78AA-46CF8BC27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000" dirty="0"/>
              <a:t>①　活動の医学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561912A-1768-FEF4-95A2-8E5B62057D7A}"/>
              </a:ext>
            </a:extLst>
          </p:cNvPr>
          <p:cNvSpPr/>
          <p:nvPr/>
        </p:nvSpPr>
        <p:spPr>
          <a:xfrm>
            <a:off x="8632372" y="2177143"/>
            <a:ext cx="1277257" cy="1883229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 dirty="0">
                <a:solidFill>
                  <a:srgbClr val="FF0000"/>
                </a:solidFill>
              </a:rPr>
              <a:t>生</a:t>
            </a:r>
            <a:endParaRPr kumimoji="1" lang="en-US" altLang="ja-JP" sz="4800" dirty="0">
              <a:solidFill>
                <a:srgbClr val="FF0000"/>
              </a:solidFill>
            </a:endParaRPr>
          </a:p>
          <a:p>
            <a:pPr algn="ctr"/>
            <a:r>
              <a:rPr kumimoji="1" lang="ja-JP" altLang="en-US" sz="4800" dirty="0">
                <a:solidFill>
                  <a:srgbClr val="FF0000"/>
                </a:solidFill>
              </a:rPr>
              <a:t>活</a:t>
            </a:r>
          </a:p>
        </p:txBody>
      </p:sp>
      <p:graphicFrame>
        <p:nvGraphicFramePr>
          <p:cNvPr id="8" name="コンテンツ プレースホルダー 7">
            <a:extLst>
              <a:ext uri="{FF2B5EF4-FFF2-40B4-BE49-F238E27FC236}">
                <a16:creationId xmlns:a16="http://schemas.microsoft.com/office/drawing/2014/main" id="{A9969FD3-7A93-333C-5D34-6C26CB493A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5693083"/>
              </p:ext>
            </p:extLst>
          </p:nvPr>
        </p:nvGraphicFramePr>
        <p:xfrm>
          <a:off x="687161" y="2271713"/>
          <a:ext cx="8950325" cy="3997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D13A9E9-3C5F-A0CB-50F1-4F4D91F32EA4}"/>
              </a:ext>
            </a:extLst>
          </p:cNvPr>
          <p:cNvSpPr txBox="1"/>
          <p:nvPr/>
        </p:nvSpPr>
        <p:spPr>
          <a:xfrm>
            <a:off x="5434096" y="406037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全身</a:t>
            </a:r>
            <a:endParaRPr kumimoji="1" lang="en-US" altLang="ja-JP" sz="32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53BE903-2571-95AE-4351-6A59CD7150C8}"/>
              </a:ext>
            </a:extLst>
          </p:cNvPr>
          <p:cNvSpPr txBox="1"/>
          <p:nvPr/>
        </p:nvSpPr>
        <p:spPr>
          <a:xfrm>
            <a:off x="6590973" y="3767983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活動</a:t>
            </a:r>
            <a:endParaRPr kumimoji="1" lang="en-US" altLang="ja-JP" sz="32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5F1295A-C934-AC89-A602-9D4C31D86BF8}"/>
              </a:ext>
            </a:extLst>
          </p:cNvPr>
          <p:cNvSpPr txBox="1"/>
          <p:nvPr/>
        </p:nvSpPr>
        <p:spPr>
          <a:xfrm>
            <a:off x="2754086" y="2177143"/>
            <a:ext cx="37401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「一般的な医学の流れ」</a:t>
            </a:r>
          </a:p>
        </p:txBody>
      </p:sp>
    </p:spTree>
    <p:extLst>
      <p:ext uri="{BB962C8B-B14F-4D97-AF65-F5344CB8AC3E}">
        <p14:creationId xmlns:p14="http://schemas.microsoft.com/office/powerpoint/2010/main" val="3591671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817E7-48A3-B02B-4C41-D478E5388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AE4B04-19BD-D4DD-F0E4-3D65AA703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000" dirty="0"/>
              <a:t>①　活動の医学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67333A8-B121-2ED5-2817-C4B0C5AE3C1C}"/>
              </a:ext>
            </a:extLst>
          </p:cNvPr>
          <p:cNvSpPr/>
          <p:nvPr/>
        </p:nvSpPr>
        <p:spPr>
          <a:xfrm>
            <a:off x="8632372" y="2177143"/>
            <a:ext cx="1277257" cy="188322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 dirty="0">
                <a:solidFill>
                  <a:schemeClr val="accent1"/>
                </a:solidFill>
              </a:rPr>
              <a:t>生</a:t>
            </a:r>
            <a:endParaRPr kumimoji="1" lang="en-US" altLang="ja-JP" sz="4800" dirty="0">
              <a:solidFill>
                <a:schemeClr val="accent1"/>
              </a:solidFill>
            </a:endParaRPr>
          </a:p>
          <a:p>
            <a:pPr algn="ctr"/>
            <a:r>
              <a:rPr kumimoji="1" lang="ja-JP" altLang="en-US" sz="4800" dirty="0">
                <a:solidFill>
                  <a:schemeClr val="accent1"/>
                </a:solidFill>
              </a:rPr>
              <a:t>活</a:t>
            </a:r>
          </a:p>
        </p:txBody>
      </p:sp>
      <p:graphicFrame>
        <p:nvGraphicFramePr>
          <p:cNvPr id="8" name="コンテンツ プレースホルダー 7">
            <a:extLst>
              <a:ext uri="{FF2B5EF4-FFF2-40B4-BE49-F238E27FC236}">
                <a16:creationId xmlns:a16="http://schemas.microsoft.com/office/drawing/2014/main" id="{52A2DCA3-456A-6A68-BEF1-82C7DA43D9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4063468"/>
              </p:ext>
            </p:extLst>
          </p:nvPr>
        </p:nvGraphicFramePr>
        <p:xfrm>
          <a:off x="687161" y="2271713"/>
          <a:ext cx="8950325" cy="3997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78ACD68-64AD-062B-626D-E4B8EBC2B817}"/>
              </a:ext>
            </a:extLst>
          </p:cNvPr>
          <p:cNvSpPr txBox="1"/>
          <p:nvPr/>
        </p:nvSpPr>
        <p:spPr>
          <a:xfrm>
            <a:off x="6030686" y="4452257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全身</a:t>
            </a:r>
            <a:endParaRPr kumimoji="1" lang="en-US" altLang="ja-JP" sz="32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F5AA020-2F21-6C1A-B135-EDE4B7B95A81}"/>
              </a:ext>
            </a:extLst>
          </p:cNvPr>
          <p:cNvSpPr txBox="1"/>
          <p:nvPr/>
        </p:nvSpPr>
        <p:spPr>
          <a:xfrm>
            <a:off x="7354826" y="368560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活動</a:t>
            </a:r>
            <a:endParaRPr kumimoji="1" lang="en-US" altLang="ja-JP" sz="32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294243B-23AD-0B73-6ABB-B89BB4D53376}"/>
              </a:ext>
            </a:extLst>
          </p:cNvPr>
          <p:cNvSpPr txBox="1"/>
          <p:nvPr/>
        </p:nvSpPr>
        <p:spPr>
          <a:xfrm>
            <a:off x="2754086" y="2177143"/>
            <a:ext cx="52581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「リハビリテーション医学の流れ」</a:t>
            </a:r>
          </a:p>
        </p:txBody>
      </p:sp>
    </p:spTree>
    <p:extLst>
      <p:ext uri="{BB962C8B-B14F-4D97-AF65-F5344CB8AC3E}">
        <p14:creationId xmlns:p14="http://schemas.microsoft.com/office/powerpoint/2010/main" val="1907744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5DE44-7E98-D102-182A-71387EB4B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826875-5FD8-AC96-4395-DFD6CC715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000" dirty="0"/>
              <a:t>①　活動の医学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714EA46C-3E37-C192-54AB-62549DA87CE4}"/>
              </a:ext>
            </a:extLst>
          </p:cNvPr>
          <p:cNvSpPr/>
          <p:nvPr/>
        </p:nvSpPr>
        <p:spPr>
          <a:xfrm>
            <a:off x="8632372" y="2177143"/>
            <a:ext cx="1277257" cy="188322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 dirty="0">
                <a:solidFill>
                  <a:schemeClr val="accent1"/>
                </a:solidFill>
              </a:rPr>
              <a:t>生</a:t>
            </a:r>
            <a:endParaRPr kumimoji="1" lang="en-US" altLang="ja-JP" sz="4800" dirty="0">
              <a:solidFill>
                <a:schemeClr val="accent1"/>
              </a:solidFill>
            </a:endParaRPr>
          </a:p>
          <a:p>
            <a:pPr algn="ctr"/>
            <a:r>
              <a:rPr kumimoji="1" lang="ja-JP" altLang="en-US" sz="4800" dirty="0">
                <a:solidFill>
                  <a:schemeClr val="accent1"/>
                </a:solidFill>
              </a:rPr>
              <a:t>活</a:t>
            </a:r>
          </a:p>
        </p:txBody>
      </p:sp>
      <p:graphicFrame>
        <p:nvGraphicFramePr>
          <p:cNvPr id="8" name="コンテンツ プレースホルダー 7">
            <a:extLst>
              <a:ext uri="{FF2B5EF4-FFF2-40B4-BE49-F238E27FC236}">
                <a16:creationId xmlns:a16="http://schemas.microsoft.com/office/drawing/2014/main" id="{F7BEC349-91AC-8E96-E4C2-1010B498857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7161" y="2271713"/>
          <a:ext cx="8950325" cy="3997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1E37F04-0939-F02F-256E-30F60783E356}"/>
              </a:ext>
            </a:extLst>
          </p:cNvPr>
          <p:cNvSpPr txBox="1"/>
          <p:nvPr/>
        </p:nvSpPr>
        <p:spPr>
          <a:xfrm>
            <a:off x="6030686" y="4452257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全身</a:t>
            </a:r>
            <a:endParaRPr kumimoji="1" lang="en-US" altLang="ja-JP" sz="32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DA4D3B4-E21B-ECE2-0270-B82A37ED253F}"/>
              </a:ext>
            </a:extLst>
          </p:cNvPr>
          <p:cNvSpPr txBox="1"/>
          <p:nvPr/>
        </p:nvSpPr>
        <p:spPr>
          <a:xfrm>
            <a:off x="7354826" y="368560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活動</a:t>
            </a:r>
            <a:endParaRPr kumimoji="1" lang="en-US" altLang="ja-JP" sz="32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F2B76F5-B79B-7AE5-5EE4-CCA0B0AB2272}"/>
              </a:ext>
            </a:extLst>
          </p:cNvPr>
          <p:cNvSpPr txBox="1"/>
          <p:nvPr/>
        </p:nvSpPr>
        <p:spPr>
          <a:xfrm>
            <a:off x="1872343" y="1653923"/>
            <a:ext cx="47788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「リハビリは活動・生活に介入」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0C53EE17-9F58-B2EE-43C3-B839778F3FBE}"/>
              </a:ext>
            </a:extLst>
          </p:cNvPr>
          <p:cNvSpPr/>
          <p:nvPr/>
        </p:nvSpPr>
        <p:spPr>
          <a:xfrm>
            <a:off x="6095996" y="1556654"/>
            <a:ext cx="4408716" cy="3505201"/>
          </a:xfrm>
          <a:prstGeom prst="ellipse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1526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05985-E01B-11E2-B5E9-9463253C0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16BC05-F81C-F298-6A47-3B38E93D3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000" dirty="0"/>
              <a:t>①　活動の医学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D02714F-985D-5D5B-1694-C047ECF401DD}"/>
              </a:ext>
            </a:extLst>
          </p:cNvPr>
          <p:cNvSpPr txBox="1"/>
          <p:nvPr/>
        </p:nvSpPr>
        <p:spPr>
          <a:xfrm>
            <a:off x="2611808" y="1763487"/>
            <a:ext cx="14670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/>
              <a:t>設定：</a:t>
            </a:r>
            <a:endParaRPr kumimoji="1" lang="ja-JP" altLang="en-US" sz="2800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14F903E-55AF-6AA5-88CA-217CAE6A3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1808" y="2321167"/>
            <a:ext cx="7796540" cy="3997828"/>
          </a:xfrm>
        </p:spPr>
        <p:txBody>
          <a:bodyPr/>
          <a:lstStyle/>
          <a:p>
            <a:r>
              <a:rPr lang="ja-JP" altLang="en-US" dirty="0"/>
              <a:t>８０代男性</a:t>
            </a:r>
            <a:endParaRPr lang="en-US" altLang="ja-JP" dirty="0"/>
          </a:p>
          <a:p>
            <a:r>
              <a:rPr lang="ja-JP" altLang="en-US" dirty="0"/>
              <a:t>既往：脳梗塞、軽度嚥下障害、変形性膝関節症</a:t>
            </a:r>
            <a:endParaRPr lang="en-US" altLang="ja-JP" dirty="0"/>
          </a:p>
          <a:p>
            <a:r>
              <a:rPr lang="ja-JP" altLang="en-US" dirty="0"/>
              <a:t>治療：</a:t>
            </a:r>
            <a:r>
              <a:rPr lang="ja-JP" altLang="en-US" dirty="0">
                <a:solidFill>
                  <a:srgbClr val="FF0000"/>
                </a:solidFill>
              </a:rPr>
              <a:t>肺炎に対して点滴で抗菌薬</a:t>
            </a:r>
            <a:r>
              <a:rPr lang="ja-JP" altLang="en-US" dirty="0"/>
              <a:t>。</a:t>
            </a:r>
            <a:r>
              <a:rPr lang="ja-JP" altLang="en-US" dirty="0">
                <a:solidFill>
                  <a:srgbClr val="00B0F0"/>
                </a:solidFill>
              </a:rPr>
              <a:t>理学療法、言語療法開始</a:t>
            </a:r>
            <a:r>
              <a:rPr lang="ja-JP" altLang="en-US" dirty="0"/>
              <a:t>。</a:t>
            </a:r>
          </a:p>
          <a:p>
            <a:r>
              <a:rPr lang="ja-JP" altLang="en-US" dirty="0"/>
              <a:t>病棟生活状況：食事摂取は１～２割、オムツ内排泄</a:t>
            </a:r>
            <a:endParaRPr lang="en-US" altLang="ja-JP" dirty="0"/>
          </a:p>
          <a:p>
            <a:r>
              <a:rPr lang="ja-JP" altLang="en-US" dirty="0"/>
              <a:t>基本的動作能力：起居全介助、端座位保持中等度介助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808884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2B832-C69D-A304-7760-94D675D3E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DD6342-BE11-4CAC-C538-85AD0B6F4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000" dirty="0"/>
              <a:t>①　活動の医学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669B3F6-39C7-3243-8D36-BBD98F51D109}"/>
              </a:ext>
            </a:extLst>
          </p:cNvPr>
          <p:cNvSpPr txBox="1"/>
          <p:nvPr/>
        </p:nvSpPr>
        <p:spPr>
          <a:xfrm>
            <a:off x="2611808" y="1434405"/>
            <a:ext cx="539602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「一般的な医学（今回は内科）」</a:t>
            </a:r>
            <a:endParaRPr kumimoji="1" lang="en-US" altLang="ja-JP" sz="2800" dirty="0"/>
          </a:p>
          <a:p>
            <a:r>
              <a:rPr kumimoji="1" lang="ja-JP" altLang="en-US" sz="2800" dirty="0"/>
              <a:t>介入：</a:t>
            </a:r>
            <a:r>
              <a:rPr kumimoji="1" lang="ja-JP" altLang="en-US" sz="2800" dirty="0">
                <a:solidFill>
                  <a:srgbClr val="FF0000"/>
                </a:solidFill>
              </a:rPr>
              <a:t>肺炎に対して点滴で抗菌薬</a:t>
            </a:r>
          </a:p>
          <a:p>
            <a:endParaRPr kumimoji="1" lang="ja-JP" altLang="en-US" sz="2800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C5F29EF-74CB-F484-6053-13B9B0137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1808" y="2321167"/>
            <a:ext cx="7796540" cy="3997828"/>
          </a:xfrm>
        </p:spPr>
        <p:txBody>
          <a:bodyPr/>
          <a:lstStyle/>
          <a:p>
            <a:r>
              <a:rPr lang="ja-JP" altLang="en-US" dirty="0"/>
              <a:t>細胞レベル：殺菌（増殖</a:t>
            </a:r>
            <a:r>
              <a:rPr lang="en-US" altLang="ja-JP" dirty="0"/>
              <a:t>STOP</a:t>
            </a:r>
            <a:r>
              <a:rPr lang="ja-JP" altLang="en-US" dirty="0"/>
              <a:t>）</a:t>
            </a:r>
            <a:endParaRPr lang="en-US" altLang="ja-JP" dirty="0"/>
          </a:p>
          <a:p>
            <a:r>
              <a:rPr lang="ja-JP" altLang="en-US" dirty="0"/>
              <a:t>組織レベル：炎症が治まってくる、痰（浸潤液）が減る</a:t>
            </a:r>
            <a:endParaRPr lang="en-US" altLang="ja-JP" dirty="0"/>
          </a:p>
          <a:p>
            <a:r>
              <a:rPr lang="ja-JP" altLang="en-US" dirty="0"/>
              <a:t>臓器レベル：過剰な呼吸筋の活動↓（筋）、ガス交換↑（肺）、心拍数↓（心臓）</a:t>
            </a:r>
            <a:endParaRPr lang="en-US" altLang="ja-JP" dirty="0"/>
          </a:p>
          <a:p>
            <a:r>
              <a:rPr lang="ja-JP" altLang="en-US" dirty="0"/>
              <a:t>全身レベル：</a:t>
            </a:r>
            <a:r>
              <a:rPr lang="en-US" altLang="ja-JP" dirty="0"/>
              <a:t>SpO2</a:t>
            </a:r>
            <a:r>
              <a:rPr lang="ja-JP" altLang="en-US" dirty="0"/>
              <a:t>↑、覚醒レベル↑</a:t>
            </a:r>
            <a:endParaRPr lang="en-US" altLang="ja-JP" dirty="0"/>
          </a:p>
          <a:p>
            <a:r>
              <a:rPr lang="ja-JP" altLang="en-US" dirty="0"/>
              <a:t>活動レベル：端座位の耐久性↑</a:t>
            </a:r>
            <a:endParaRPr lang="en-US" altLang="ja-JP" dirty="0"/>
          </a:p>
          <a:p>
            <a:r>
              <a:rPr lang="ja-JP" altLang="en-US" dirty="0"/>
              <a:t>生活レベル：車椅子乗車、トイレに行ける、食事がとれる</a:t>
            </a:r>
            <a:endParaRPr lang="en-US" altLang="ja-JP" dirty="0"/>
          </a:p>
        </p:txBody>
      </p:sp>
      <p:sp>
        <p:nvSpPr>
          <p:cNvPr id="5" name="矢印: 下 4">
            <a:extLst>
              <a:ext uri="{FF2B5EF4-FFF2-40B4-BE49-F238E27FC236}">
                <a16:creationId xmlns:a16="http://schemas.microsoft.com/office/drawing/2014/main" id="{9207EEAC-4A68-3673-5E5A-6DB68EBE5643}"/>
              </a:ext>
            </a:extLst>
          </p:cNvPr>
          <p:cNvSpPr/>
          <p:nvPr/>
        </p:nvSpPr>
        <p:spPr>
          <a:xfrm>
            <a:off x="2090057" y="2819400"/>
            <a:ext cx="413657" cy="3091543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7971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3EE18-C8B7-6439-A12C-9213F6A5B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8AE1B3-F30D-0380-7B69-C11FB9D45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000" dirty="0"/>
              <a:t>①　活動の医学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65965DB8-423C-85C5-7711-E7DD322631B0}"/>
              </a:ext>
            </a:extLst>
          </p:cNvPr>
          <p:cNvSpPr/>
          <p:nvPr/>
        </p:nvSpPr>
        <p:spPr>
          <a:xfrm>
            <a:off x="8632372" y="2177143"/>
            <a:ext cx="1277257" cy="188322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 dirty="0">
                <a:solidFill>
                  <a:schemeClr val="accent1"/>
                </a:solidFill>
              </a:rPr>
              <a:t>生</a:t>
            </a:r>
            <a:endParaRPr kumimoji="1" lang="en-US" altLang="ja-JP" sz="4800" dirty="0">
              <a:solidFill>
                <a:schemeClr val="accent1"/>
              </a:solidFill>
            </a:endParaRPr>
          </a:p>
          <a:p>
            <a:pPr algn="ctr"/>
            <a:r>
              <a:rPr kumimoji="1" lang="ja-JP" altLang="en-US" sz="4800" dirty="0">
                <a:solidFill>
                  <a:schemeClr val="accent1"/>
                </a:solidFill>
              </a:rPr>
              <a:t>活</a:t>
            </a:r>
          </a:p>
        </p:txBody>
      </p:sp>
      <p:graphicFrame>
        <p:nvGraphicFramePr>
          <p:cNvPr id="8" name="コンテンツ プレースホルダー 7">
            <a:extLst>
              <a:ext uri="{FF2B5EF4-FFF2-40B4-BE49-F238E27FC236}">
                <a16:creationId xmlns:a16="http://schemas.microsoft.com/office/drawing/2014/main" id="{BE2D8234-3846-8058-2B6E-C7D9DF9FC49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7161" y="2271713"/>
          <a:ext cx="8950325" cy="3997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C906EA2-1A45-742C-5DDC-621ED9383611}"/>
              </a:ext>
            </a:extLst>
          </p:cNvPr>
          <p:cNvSpPr txBox="1"/>
          <p:nvPr/>
        </p:nvSpPr>
        <p:spPr>
          <a:xfrm>
            <a:off x="6030686" y="4452257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全身</a:t>
            </a:r>
            <a:endParaRPr kumimoji="1" lang="en-US" altLang="ja-JP" sz="32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FFF31B1-980B-28FC-D865-765BB95D2428}"/>
              </a:ext>
            </a:extLst>
          </p:cNvPr>
          <p:cNvSpPr txBox="1"/>
          <p:nvPr/>
        </p:nvSpPr>
        <p:spPr>
          <a:xfrm>
            <a:off x="7354826" y="368560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活動</a:t>
            </a:r>
            <a:endParaRPr kumimoji="1" lang="en-US" altLang="ja-JP" sz="32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3392CCB-E37A-B3EA-96A5-CC239E83A3E2}"/>
              </a:ext>
            </a:extLst>
          </p:cNvPr>
          <p:cNvSpPr txBox="1"/>
          <p:nvPr/>
        </p:nvSpPr>
        <p:spPr>
          <a:xfrm>
            <a:off x="1872343" y="1653923"/>
            <a:ext cx="47788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「リハビリは活動・生活に介入」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E226C2C4-7A8C-2D71-51D4-7D69D4E3C494}"/>
              </a:ext>
            </a:extLst>
          </p:cNvPr>
          <p:cNvSpPr/>
          <p:nvPr/>
        </p:nvSpPr>
        <p:spPr>
          <a:xfrm>
            <a:off x="6095996" y="1556654"/>
            <a:ext cx="4408716" cy="3505201"/>
          </a:xfrm>
          <a:prstGeom prst="ellipse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441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AA6BD-C8C5-4F6F-046A-3C6A9890F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B4D81B-C014-B101-0529-752019112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000" dirty="0"/>
              <a:t>①　活動の医学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BAE2B89-34C7-AD48-83B1-6B5B60B4C9AD}"/>
              </a:ext>
            </a:extLst>
          </p:cNvPr>
          <p:cNvSpPr txBox="1"/>
          <p:nvPr/>
        </p:nvSpPr>
        <p:spPr>
          <a:xfrm>
            <a:off x="2611808" y="1434405"/>
            <a:ext cx="592502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「活動の医学（リハビリテーション）」</a:t>
            </a:r>
            <a:endParaRPr kumimoji="1" lang="en-US" altLang="ja-JP" sz="2800" dirty="0"/>
          </a:p>
          <a:p>
            <a:r>
              <a:rPr kumimoji="1" lang="ja-JP" altLang="en-US" sz="2800" dirty="0"/>
              <a:t>①介入：</a:t>
            </a:r>
            <a:r>
              <a:rPr kumimoji="1" lang="ja-JP" altLang="en-US" sz="2800" dirty="0">
                <a:solidFill>
                  <a:srgbClr val="00B0F0"/>
                </a:solidFill>
              </a:rPr>
              <a:t>抗重力位をとる（端座位練習）</a:t>
            </a:r>
          </a:p>
          <a:p>
            <a:endParaRPr kumimoji="1" lang="ja-JP" altLang="en-US" sz="2800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03D2FAE-0C7A-7E06-01F1-93C495061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1808" y="2321167"/>
            <a:ext cx="7796540" cy="3997828"/>
          </a:xfrm>
        </p:spPr>
        <p:txBody>
          <a:bodyPr/>
          <a:lstStyle/>
          <a:p>
            <a:r>
              <a:rPr lang="ja-JP" altLang="en-US" dirty="0"/>
              <a:t>細胞レベル：細菌が減る（排痰）、細胞に酸素が届きやすく</a:t>
            </a:r>
            <a:endParaRPr lang="en-US" altLang="ja-JP" dirty="0"/>
          </a:p>
          <a:p>
            <a:r>
              <a:rPr lang="ja-JP" altLang="en-US" dirty="0"/>
              <a:t>組織レベル：ガス交換↑</a:t>
            </a:r>
            <a:endParaRPr lang="en-US" altLang="ja-JP" dirty="0"/>
          </a:p>
          <a:p>
            <a:r>
              <a:rPr lang="ja-JP" altLang="en-US" dirty="0"/>
              <a:t>臓器レベル：排痰、廃用予防</a:t>
            </a:r>
            <a:endParaRPr lang="en-US" altLang="ja-JP" dirty="0"/>
          </a:p>
          <a:p>
            <a:r>
              <a:rPr lang="ja-JP" altLang="en-US" dirty="0"/>
              <a:t>全身レベル：呼吸数↑、抗重力筋活動↑、心拍数↑</a:t>
            </a:r>
            <a:endParaRPr lang="en-US" altLang="ja-JP" dirty="0"/>
          </a:p>
          <a:p>
            <a:r>
              <a:rPr lang="ja-JP" altLang="en-US" dirty="0"/>
              <a:t>活動・生活レベル：端座位練習</a:t>
            </a:r>
            <a:endParaRPr lang="en-US" altLang="ja-JP" dirty="0"/>
          </a:p>
        </p:txBody>
      </p:sp>
      <p:sp>
        <p:nvSpPr>
          <p:cNvPr id="5" name="矢印: 下 4">
            <a:extLst>
              <a:ext uri="{FF2B5EF4-FFF2-40B4-BE49-F238E27FC236}">
                <a16:creationId xmlns:a16="http://schemas.microsoft.com/office/drawing/2014/main" id="{499D27EB-C819-5C0B-B882-9FCECE41A6D5}"/>
              </a:ext>
            </a:extLst>
          </p:cNvPr>
          <p:cNvSpPr/>
          <p:nvPr/>
        </p:nvSpPr>
        <p:spPr>
          <a:xfrm rot="10800000">
            <a:off x="2090057" y="2819400"/>
            <a:ext cx="413657" cy="30915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5396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2583E-BD3D-F4F1-BE66-510379A1B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A2B6DA-9BB8-AE16-48EF-643EE5D7F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000" dirty="0"/>
              <a:t>①　活動の医学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64A2A38-F4D2-0620-FE97-C225D0D7F2BB}"/>
              </a:ext>
            </a:extLst>
          </p:cNvPr>
          <p:cNvSpPr txBox="1"/>
          <p:nvPr/>
        </p:nvSpPr>
        <p:spPr>
          <a:xfrm>
            <a:off x="2611808" y="1434405"/>
            <a:ext cx="542328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「活動の医学（リハビリテーション）」</a:t>
            </a:r>
            <a:endParaRPr kumimoji="1" lang="en-US" altLang="ja-JP" sz="2800" dirty="0"/>
          </a:p>
          <a:p>
            <a:r>
              <a:rPr kumimoji="1" lang="ja-JP" altLang="en-US" sz="2800" dirty="0"/>
              <a:t>②介入：</a:t>
            </a:r>
            <a:r>
              <a:rPr kumimoji="1" lang="ja-JP" altLang="en-US" sz="2800" dirty="0">
                <a:solidFill>
                  <a:srgbClr val="00B0F0"/>
                </a:solidFill>
              </a:rPr>
              <a:t>離床の強度</a:t>
            </a:r>
            <a:r>
              <a:rPr kumimoji="1" lang="en-US" altLang="ja-JP" sz="2800" dirty="0">
                <a:solidFill>
                  <a:srgbClr val="00B0F0"/>
                </a:solidFill>
              </a:rPr>
              <a:t>UP</a:t>
            </a:r>
            <a:endParaRPr kumimoji="1" lang="ja-JP" altLang="en-US" sz="2800" dirty="0">
              <a:solidFill>
                <a:srgbClr val="00B0F0"/>
              </a:solidFill>
            </a:endParaRP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2BE97D6-CBFE-22AA-3F26-DB76F110D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1808" y="2321167"/>
            <a:ext cx="7796540" cy="3997828"/>
          </a:xfrm>
        </p:spPr>
        <p:txBody>
          <a:bodyPr/>
          <a:lstStyle/>
          <a:p>
            <a:r>
              <a:rPr lang="ja-JP" altLang="en-US" dirty="0"/>
              <a:t>細胞レベル：細菌が減る（排痰）、細胞に酸素が届きやすく</a:t>
            </a:r>
            <a:endParaRPr lang="en-US" altLang="ja-JP" dirty="0"/>
          </a:p>
          <a:p>
            <a:r>
              <a:rPr lang="ja-JP" altLang="en-US" dirty="0"/>
              <a:t>組織レベル：ガス交換↑</a:t>
            </a:r>
            <a:endParaRPr lang="en-US" altLang="ja-JP" dirty="0"/>
          </a:p>
          <a:p>
            <a:r>
              <a:rPr lang="ja-JP" altLang="en-US" dirty="0"/>
              <a:t>臓器レベル：排痰、廃用予防</a:t>
            </a:r>
            <a:endParaRPr lang="en-US" altLang="ja-JP" dirty="0"/>
          </a:p>
          <a:p>
            <a:r>
              <a:rPr lang="ja-JP" altLang="en-US" dirty="0"/>
              <a:t>全身レベル：呼吸数↑、抗重力筋活動↑、心拍数↑</a:t>
            </a:r>
            <a:endParaRPr lang="en-US" altLang="ja-JP" dirty="0"/>
          </a:p>
          <a:p>
            <a:r>
              <a:rPr lang="ja-JP" altLang="en-US" dirty="0"/>
              <a:t>活動レベル：車椅子乗車、起立・立位、歩行、筋力増強運動</a:t>
            </a:r>
            <a:endParaRPr lang="en-US" altLang="ja-JP" dirty="0"/>
          </a:p>
          <a:p>
            <a:r>
              <a:rPr lang="ja-JP" altLang="en-US" dirty="0"/>
              <a:t>生活レベル：食事量↑、</a:t>
            </a:r>
            <a:r>
              <a:rPr lang="ja-JP" altLang="en-US" b="1" u="sng" dirty="0"/>
              <a:t>オムツ内排泄からトイレ誘導に変更</a:t>
            </a:r>
            <a:endParaRPr lang="en-US" altLang="ja-JP" b="1" u="sng" dirty="0"/>
          </a:p>
        </p:txBody>
      </p:sp>
      <p:sp>
        <p:nvSpPr>
          <p:cNvPr id="5" name="矢印: 下 4">
            <a:extLst>
              <a:ext uri="{FF2B5EF4-FFF2-40B4-BE49-F238E27FC236}">
                <a16:creationId xmlns:a16="http://schemas.microsoft.com/office/drawing/2014/main" id="{6C8E8270-2DBE-2651-F940-FE61D8053929}"/>
              </a:ext>
            </a:extLst>
          </p:cNvPr>
          <p:cNvSpPr/>
          <p:nvPr/>
        </p:nvSpPr>
        <p:spPr>
          <a:xfrm rot="10800000">
            <a:off x="2090057" y="2819400"/>
            <a:ext cx="413657" cy="30915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952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641F0-A9C2-52B1-A121-46A9B68A4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ABF9FA-1F49-B2B9-F2CB-90740BA18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6303592" cy="2268559"/>
          </a:xfrm>
        </p:spPr>
        <p:txBody>
          <a:bodyPr>
            <a:normAutofit fontScale="90000"/>
          </a:bodyPr>
          <a:lstStyle/>
          <a:p>
            <a:pPr algn="l"/>
            <a:br>
              <a:rPr lang="en-US" altLang="ja-JP" sz="4000" b="1" dirty="0"/>
            </a:br>
            <a:r>
              <a:rPr kumimoji="1" lang="ja-JP" altLang="en-US" sz="4000" dirty="0"/>
              <a:t>リハは活動・生活に介入し、</a:t>
            </a:r>
            <a:br>
              <a:rPr kumimoji="1" lang="en-US" altLang="ja-JP" sz="4000" dirty="0"/>
            </a:br>
            <a:r>
              <a:rPr kumimoji="1" lang="ja-JP" altLang="en-US" sz="4000" dirty="0"/>
              <a:t>細胞レベルにまで影響</a:t>
            </a:r>
            <a:br>
              <a:rPr kumimoji="1" lang="en-US" altLang="ja-JP" sz="4000" dirty="0"/>
            </a:br>
            <a:r>
              <a:rPr kumimoji="1" lang="ja-JP" altLang="en-US" sz="4000" dirty="0"/>
              <a:t>→</a:t>
            </a:r>
            <a:r>
              <a:rPr kumimoji="1" lang="ja-JP" altLang="en-US" sz="4000" b="1" dirty="0"/>
              <a:t>活動の医学</a:t>
            </a:r>
            <a:endParaRPr kumimoji="1" lang="ja-JP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285335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B6CC7-8EAB-3764-B6A8-28A2823F0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6252A7-8049-8904-468B-87C82364A4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6303592" cy="2268559"/>
          </a:xfrm>
        </p:spPr>
        <p:txBody>
          <a:bodyPr>
            <a:normAutofit/>
          </a:bodyPr>
          <a:lstStyle/>
          <a:p>
            <a:pPr algn="l"/>
            <a:br>
              <a:rPr lang="en-US" altLang="ja-JP" sz="4000" b="1" dirty="0"/>
            </a:br>
            <a:r>
              <a:rPr lang="ja-JP" altLang="en-US" sz="4000" b="1" dirty="0"/>
              <a:t>リハビリの６つの特徴</a:t>
            </a:r>
            <a:br>
              <a:rPr lang="en-US" altLang="ja-JP" sz="4000" b="1" dirty="0"/>
            </a:br>
            <a:r>
              <a:rPr lang="ja-JP" altLang="en-US" sz="4000" b="1" dirty="0"/>
              <a:t>①　</a:t>
            </a:r>
            <a:r>
              <a:rPr kumimoji="1" lang="ja-JP" altLang="en-US" sz="4000" b="1" dirty="0"/>
              <a:t>活動の医学（臨床編）</a:t>
            </a:r>
            <a:endParaRPr kumimoji="1" lang="ja-JP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363687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EF3E9-1956-3832-B678-E9D8E81A1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68BBE8-1C83-AF09-1BF9-C7AD94354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000" dirty="0"/>
              <a:t>①　活動の医学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8FC613F-628C-D209-03C9-7A5A4C41CAC3}"/>
              </a:ext>
            </a:extLst>
          </p:cNvPr>
          <p:cNvSpPr txBox="1"/>
          <p:nvPr/>
        </p:nvSpPr>
        <p:spPr>
          <a:xfrm>
            <a:off x="2611808" y="1763487"/>
            <a:ext cx="14670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/>
              <a:t>設定：</a:t>
            </a:r>
            <a:endParaRPr kumimoji="1" lang="ja-JP" altLang="en-US" sz="2800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8CDB035-69A8-A57B-5048-6515AE90C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1807" y="2321167"/>
            <a:ext cx="8088849" cy="3997828"/>
          </a:xfrm>
        </p:spPr>
        <p:txBody>
          <a:bodyPr>
            <a:normAutofit/>
          </a:bodyPr>
          <a:lstStyle/>
          <a:p>
            <a:r>
              <a:rPr lang="ja-JP" altLang="en-US" dirty="0"/>
              <a:t>８０代男性</a:t>
            </a:r>
            <a:endParaRPr lang="en-US" altLang="ja-JP" dirty="0"/>
          </a:p>
          <a:p>
            <a:r>
              <a:rPr lang="ja-JP" altLang="en-US" dirty="0"/>
              <a:t>既往：脳梗塞、軽度嚥下障害、変形性膝関節症</a:t>
            </a:r>
            <a:endParaRPr lang="en-US" altLang="ja-JP" dirty="0"/>
          </a:p>
          <a:p>
            <a:r>
              <a:rPr lang="ja-JP" altLang="en-US" dirty="0"/>
              <a:t>治療：</a:t>
            </a:r>
            <a:r>
              <a:rPr lang="ja-JP" altLang="en-US" dirty="0">
                <a:solidFill>
                  <a:srgbClr val="FF0000"/>
                </a:solidFill>
              </a:rPr>
              <a:t>肺炎に対して点滴で抗菌薬</a:t>
            </a:r>
            <a:r>
              <a:rPr lang="ja-JP" altLang="en-US" dirty="0"/>
              <a:t>。</a:t>
            </a:r>
            <a:r>
              <a:rPr lang="ja-JP" altLang="en-US" dirty="0">
                <a:solidFill>
                  <a:srgbClr val="00B0F0"/>
                </a:solidFill>
              </a:rPr>
              <a:t>理学療法、言語療法開始</a:t>
            </a:r>
            <a:r>
              <a:rPr lang="ja-JP" altLang="en-US" dirty="0"/>
              <a:t>。</a:t>
            </a:r>
            <a:endParaRPr lang="en-US" altLang="ja-JP" dirty="0"/>
          </a:p>
          <a:p>
            <a:r>
              <a:rPr lang="ja-JP" altLang="en-US" dirty="0"/>
              <a:t>オーダー（呼吸器内科）：「</a:t>
            </a:r>
            <a:r>
              <a:rPr lang="ja-JP" altLang="en-US" dirty="0">
                <a:solidFill>
                  <a:srgbClr val="00B0F0"/>
                </a:solidFill>
              </a:rPr>
              <a:t>廃用予防のためリハビリお願いします</a:t>
            </a:r>
            <a:r>
              <a:rPr lang="ja-JP" altLang="en-US" dirty="0"/>
              <a:t>」</a:t>
            </a:r>
            <a:endParaRPr lang="en-US" altLang="ja-JP" dirty="0"/>
          </a:p>
          <a:p>
            <a:r>
              <a:rPr lang="ja-JP" altLang="en-US" dirty="0"/>
              <a:t>体温</a:t>
            </a:r>
            <a:r>
              <a:rPr lang="en-US" altLang="ja-JP" dirty="0"/>
              <a:t>37.8</a:t>
            </a:r>
            <a:r>
              <a:rPr lang="ja-JP" altLang="en-US" dirty="0"/>
              <a:t>℃</a:t>
            </a:r>
            <a:endParaRPr lang="en-US" altLang="ja-JP" dirty="0"/>
          </a:p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8377492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2852F-FAD3-3A5B-7568-CA6064B34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4EAF2A-E9C3-AF2A-E988-9834E2C53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000" dirty="0"/>
              <a:t>①　活動の医学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1FE490F-5B07-3F50-A3CD-FA40B386E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5122" y="2557285"/>
            <a:ext cx="8088849" cy="3997828"/>
          </a:xfrm>
        </p:spPr>
        <p:txBody>
          <a:bodyPr>
            <a:normAutofit/>
          </a:bodyPr>
          <a:lstStyle/>
          <a:p>
            <a:pPr marL="6160" indent="0">
              <a:buNone/>
            </a:pPr>
            <a:r>
              <a:rPr lang="ja-JP" altLang="en-US" dirty="0"/>
              <a:t>・肺炎だから呼吸理学療法？</a:t>
            </a:r>
            <a:endParaRPr lang="en-US" altLang="ja-JP" dirty="0"/>
          </a:p>
          <a:p>
            <a:pPr marL="6160" indent="0">
              <a:buNone/>
            </a:pPr>
            <a:r>
              <a:rPr lang="ja-JP" altLang="en-US" dirty="0"/>
              <a:t>・まずはベッド上で下肢の運動で廃用予防？</a:t>
            </a: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8B753C9-9AA2-FA91-6650-09828317A2DD}"/>
              </a:ext>
            </a:extLst>
          </p:cNvPr>
          <p:cNvSpPr txBox="1"/>
          <p:nvPr/>
        </p:nvSpPr>
        <p:spPr>
          <a:xfrm>
            <a:off x="2075128" y="2188029"/>
            <a:ext cx="60933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600" dirty="0"/>
              <a:t>どんなリハビリをしようか・・・？</a:t>
            </a:r>
            <a:endParaRPr lang="en-US" altLang="ja-JP" sz="3600" dirty="0"/>
          </a:p>
        </p:txBody>
      </p:sp>
    </p:spTree>
    <p:extLst>
      <p:ext uri="{BB962C8B-B14F-4D97-AF65-F5344CB8AC3E}">
        <p14:creationId xmlns:p14="http://schemas.microsoft.com/office/powerpoint/2010/main" val="117356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FE12B-078A-5A54-1CA7-1F4F93782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A0F331-62E6-0205-82E9-9E1EC5F21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000" dirty="0"/>
              <a:t>①　活動の医学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152424C-20B9-D2AA-49A3-2D4A2BA69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5122" y="2557285"/>
            <a:ext cx="8295678" cy="3997828"/>
          </a:xfrm>
        </p:spPr>
        <p:txBody>
          <a:bodyPr>
            <a:normAutofit/>
          </a:bodyPr>
          <a:lstStyle/>
          <a:p>
            <a:pPr marL="6160" indent="0">
              <a:buNone/>
            </a:pPr>
            <a:r>
              <a:rPr lang="ja-JP" altLang="en-US" sz="2800" dirty="0"/>
              <a:t>〇患者の活動面でなにが起こりそうか想像する（１分）</a:t>
            </a:r>
            <a:endParaRPr lang="en-US" altLang="ja-JP" sz="2800" dirty="0"/>
          </a:p>
          <a:p>
            <a:pPr marL="6160" indent="0">
              <a:buNone/>
            </a:pPr>
            <a:endParaRPr lang="en-US" altLang="ja-JP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1382310-6D1C-3925-7220-AE5E59457C2F}"/>
              </a:ext>
            </a:extLst>
          </p:cNvPr>
          <p:cNvSpPr txBox="1"/>
          <p:nvPr/>
        </p:nvSpPr>
        <p:spPr>
          <a:xfrm>
            <a:off x="2075128" y="2416631"/>
            <a:ext cx="9015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600" dirty="0"/>
              <a:t>設定</a:t>
            </a:r>
            <a:r>
              <a:rPr lang="ja-JP" altLang="ja-JP" sz="3600" dirty="0"/>
              <a:t>：リハビリがなかったらどうなる</a:t>
            </a:r>
            <a:r>
              <a:rPr lang="ja-JP" altLang="en-US" sz="3600" dirty="0"/>
              <a:t>だろうか？</a:t>
            </a:r>
            <a:endParaRPr lang="ja-JP" altLang="ja-JP" sz="3600" dirty="0"/>
          </a:p>
        </p:txBody>
      </p:sp>
    </p:spTree>
    <p:extLst>
      <p:ext uri="{BB962C8B-B14F-4D97-AF65-F5344CB8AC3E}">
        <p14:creationId xmlns:p14="http://schemas.microsoft.com/office/powerpoint/2010/main" val="2797759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22BF2-D2F8-45E8-37F8-00D372C35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705FD3-F1A0-8AC4-44C8-C3D1E7BF6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000" dirty="0"/>
              <a:t>①　活動の医学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A808A24-4509-FBFB-263B-A96BEF582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161" y="2052116"/>
            <a:ext cx="8295678" cy="4805884"/>
          </a:xfrm>
        </p:spPr>
        <p:txBody>
          <a:bodyPr>
            <a:normAutofit/>
          </a:bodyPr>
          <a:lstStyle/>
          <a:p>
            <a:pPr marL="6160" indent="0">
              <a:buNone/>
            </a:pPr>
            <a:r>
              <a:rPr lang="ja-JP" altLang="en-US" sz="1800" dirty="0"/>
              <a:t>想像（リハ無し）</a:t>
            </a:r>
            <a:r>
              <a:rPr lang="ja-JP" altLang="ja-JP" sz="1800" dirty="0"/>
              <a:t>：一人でトイレに行こうとして立ち上がって点滴自己抜去。熱があるのでふらついて転倒。（ナースコールの指示が意識朦朧として忘れている）</a:t>
            </a:r>
          </a:p>
          <a:p>
            <a:pPr marL="6160" indent="0">
              <a:buNone/>
            </a:pPr>
            <a:r>
              <a:rPr lang="ja-JP" altLang="ja-JP" sz="1800" dirty="0"/>
              <a:t>　</a:t>
            </a:r>
            <a:endParaRPr lang="en-US" altLang="ja-JP" sz="1800" dirty="0"/>
          </a:p>
          <a:p>
            <a:pPr marL="6160" indent="0">
              <a:buNone/>
            </a:pPr>
            <a:r>
              <a:rPr lang="ja-JP" altLang="en-US" sz="1800" dirty="0"/>
              <a:t>　</a:t>
            </a:r>
            <a:endParaRPr lang="ja-JP" altLang="ja-JP" sz="1800" dirty="0"/>
          </a:p>
          <a:p>
            <a:pPr marL="6160" indent="0">
              <a:buNone/>
            </a:pPr>
            <a:endParaRPr lang="en-US" altLang="ja-JP" sz="1800" dirty="0"/>
          </a:p>
          <a:p>
            <a:pPr marL="6160" indent="0">
              <a:buNone/>
            </a:pPr>
            <a:endParaRPr lang="en-US" altLang="ja-JP" sz="1800" dirty="0"/>
          </a:p>
          <a:p>
            <a:pPr marL="6160" indent="0">
              <a:buNone/>
            </a:pPr>
            <a:endParaRPr lang="en-US" altLang="ja-JP" sz="1800" dirty="0"/>
          </a:p>
          <a:p>
            <a:pPr marL="6160" indent="0">
              <a:buNone/>
            </a:pPr>
            <a:endParaRPr lang="en-US" altLang="ja-JP" sz="1800" dirty="0"/>
          </a:p>
          <a:p>
            <a:pPr marL="6160" indent="0">
              <a:buNone/>
            </a:pPr>
            <a:endParaRPr lang="en-US" altLang="ja-JP" sz="1800" dirty="0"/>
          </a:p>
          <a:p>
            <a:pPr marL="6160" indent="0">
              <a:buNone/>
            </a:pPr>
            <a:endParaRPr lang="en-US" altLang="ja-JP" sz="18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B496697-F40B-E9EE-8EBB-93A20A206812}"/>
              </a:ext>
            </a:extLst>
          </p:cNvPr>
          <p:cNvSpPr txBox="1"/>
          <p:nvPr/>
        </p:nvSpPr>
        <p:spPr>
          <a:xfrm>
            <a:off x="5851074" y="3753211"/>
            <a:ext cx="360996" cy="4942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160" indent="0">
              <a:lnSpc>
                <a:spcPct val="150000"/>
              </a:lnSpc>
              <a:buNone/>
            </a:pPr>
            <a:r>
              <a:rPr lang="ja-JP" altLang="ja-JP" sz="2000" dirty="0"/>
              <a:t>　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659860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291A5-B389-27F5-2147-28CBF5B91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A1123B-3F20-366E-2928-40F74820C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000" dirty="0"/>
              <a:t>①　活動の医学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A60314E-15B5-F280-ADDB-484BD9843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161" y="2052116"/>
            <a:ext cx="8295678" cy="4805884"/>
          </a:xfrm>
        </p:spPr>
        <p:txBody>
          <a:bodyPr>
            <a:normAutofit/>
          </a:bodyPr>
          <a:lstStyle/>
          <a:p>
            <a:pPr marL="6160" indent="0">
              <a:buNone/>
            </a:pPr>
            <a:r>
              <a:rPr lang="ja-JP" altLang="en-US" sz="1800" dirty="0"/>
              <a:t>想像（リハ無し）</a:t>
            </a:r>
            <a:r>
              <a:rPr lang="ja-JP" altLang="ja-JP" sz="1800" dirty="0"/>
              <a:t>：一人でトイレに行こうとして立ち上がって点滴自己抜去。熱があるのでふらついて転倒。（ナースコールの指示が意識朦朧として忘れている）</a:t>
            </a:r>
          </a:p>
          <a:p>
            <a:pPr marL="6160" indent="0">
              <a:buNone/>
            </a:pPr>
            <a:r>
              <a:rPr lang="ja-JP" altLang="ja-JP" sz="1800" dirty="0"/>
              <a:t>　</a:t>
            </a:r>
            <a:endParaRPr lang="en-US" altLang="ja-JP" sz="1800" dirty="0"/>
          </a:p>
          <a:p>
            <a:pPr marL="6160" indent="0">
              <a:buNone/>
            </a:pPr>
            <a:r>
              <a:rPr lang="ja-JP" altLang="en-US" sz="1800" dirty="0"/>
              <a:t>　</a:t>
            </a:r>
            <a:r>
              <a:rPr lang="ja-JP" altLang="ja-JP" sz="1800" dirty="0"/>
              <a:t>①せん妄</a:t>
            </a:r>
          </a:p>
          <a:p>
            <a:pPr marL="6160" indent="0">
              <a:buNone/>
            </a:pPr>
            <a:endParaRPr lang="en-US" altLang="ja-JP" sz="1800" dirty="0"/>
          </a:p>
          <a:p>
            <a:pPr marL="6160" indent="0">
              <a:buNone/>
            </a:pPr>
            <a:endParaRPr lang="en-US" altLang="ja-JP" sz="1800" dirty="0"/>
          </a:p>
          <a:p>
            <a:pPr marL="6160" indent="0">
              <a:buNone/>
            </a:pPr>
            <a:endParaRPr lang="en-US" altLang="ja-JP" sz="1800" dirty="0"/>
          </a:p>
          <a:p>
            <a:pPr marL="6160" indent="0">
              <a:buNone/>
            </a:pPr>
            <a:endParaRPr lang="en-US" altLang="ja-JP" sz="1800" dirty="0"/>
          </a:p>
          <a:p>
            <a:pPr marL="6160" indent="0">
              <a:buNone/>
            </a:pPr>
            <a:endParaRPr lang="en-US" altLang="ja-JP" sz="1800" dirty="0"/>
          </a:p>
          <a:p>
            <a:pPr marL="6160" indent="0">
              <a:buNone/>
            </a:pPr>
            <a:endParaRPr lang="en-US" altLang="ja-JP" sz="18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B3180B7-039B-6700-65E1-AF3CBE30CCE7}"/>
              </a:ext>
            </a:extLst>
          </p:cNvPr>
          <p:cNvSpPr txBox="1"/>
          <p:nvPr/>
        </p:nvSpPr>
        <p:spPr>
          <a:xfrm>
            <a:off x="5851074" y="3753211"/>
            <a:ext cx="360996" cy="4942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160" indent="0">
              <a:lnSpc>
                <a:spcPct val="150000"/>
              </a:lnSpc>
              <a:buNone/>
            </a:pPr>
            <a:r>
              <a:rPr lang="ja-JP" altLang="ja-JP" sz="2000" dirty="0"/>
              <a:t>　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298979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20582-53D8-9FDB-D908-610AC98AA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AFFC1E-33E5-5BA2-0CE5-0884226A6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000" dirty="0"/>
              <a:t>①　活動の医学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047F93C-2732-82F3-6EBD-36C18C107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161" y="2052116"/>
            <a:ext cx="8295678" cy="4805884"/>
          </a:xfrm>
        </p:spPr>
        <p:txBody>
          <a:bodyPr>
            <a:normAutofit/>
          </a:bodyPr>
          <a:lstStyle/>
          <a:p>
            <a:pPr marL="6160" indent="0">
              <a:buNone/>
            </a:pPr>
            <a:r>
              <a:rPr lang="ja-JP" altLang="en-US" sz="1800" dirty="0"/>
              <a:t>想像（リハ無し）</a:t>
            </a:r>
            <a:r>
              <a:rPr lang="ja-JP" altLang="ja-JP" sz="1800" dirty="0"/>
              <a:t>：一人でトイレに行こうとして立ち上がって点滴自己抜去。熱があるのでふらついて転倒。（ナースコールの指示が意識朦朧として忘れている）</a:t>
            </a:r>
          </a:p>
          <a:p>
            <a:pPr marL="6160" indent="0">
              <a:buNone/>
            </a:pPr>
            <a:r>
              <a:rPr lang="ja-JP" altLang="ja-JP" sz="1800" dirty="0"/>
              <a:t>　</a:t>
            </a:r>
            <a:endParaRPr lang="en-US" altLang="ja-JP" sz="1800" dirty="0"/>
          </a:p>
          <a:p>
            <a:pPr marL="6160" indent="0">
              <a:buNone/>
            </a:pPr>
            <a:r>
              <a:rPr lang="ja-JP" altLang="en-US" sz="1800" dirty="0"/>
              <a:t>　</a:t>
            </a:r>
            <a:r>
              <a:rPr lang="ja-JP" altLang="ja-JP" sz="1800" dirty="0"/>
              <a:t>①せん妄</a:t>
            </a:r>
          </a:p>
          <a:p>
            <a:pPr marL="6160" indent="0">
              <a:buNone/>
            </a:pPr>
            <a:r>
              <a:rPr lang="ja-JP" altLang="ja-JP" sz="1800" dirty="0"/>
              <a:t>　②ミトンで拘束</a:t>
            </a:r>
          </a:p>
          <a:p>
            <a:pPr marL="6160" indent="0">
              <a:buNone/>
            </a:pPr>
            <a:r>
              <a:rPr lang="ja-JP" altLang="ja-JP" sz="1800" dirty="0"/>
              <a:t>　</a:t>
            </a:r>
            <a:endParaRPr lang="en-US" altLang="ja-JP" sz="1800" dirty="0"/>
          </a:p>
          <a:p>
            <a:pPr marL="6160" indent="0">
              <a:buNone/>
            </a:pPr>
            <a:endParaRPr lang="en-US" altLang="ja-JP" sz="1800" dirty="0"/>
          </a:p>
          <a:p>
            <a:pPr marL="6160" indent="0">
              <a:buNone/>
            </a:pPr>
            <a:endParaRPr lang="en-US" altLang="ja-JP" sz="1800" dirty="0"/>
          </a:p>
          <a:p>
            <a:pPr marL="6160" indent="0">
              <a:buNone/>
            </a:pPr>
            <a:endParaRPr lang="en-US" altLang="ja-JP" sz="1800" dirty="0"/>
          </a:p>
          <a:p>
            <a:pPr marL="6160" indent="0">
              <a:buNone/>
            </a:pPr>
            <a:endParaRPr lang="en-US" altLang="ja-JP" sz="18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214F007-0F59-FA93-D5C9-EDB096EF87FC}"/>
              </a:ext>
            </a:extLst>
          </p:cNvPr>
          <p:cNvSpPr txBox="1"/>
          <p:nvPr/>
        </p:nvSpPr>
        <p:spPr>
          <a:xfrm>
            <a:off x="5851074" y="3753211"/>
            <a:ext cx="360996" cy="4942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160" indent="0">
              <a:lnSpc>
                <a:spcPct val="150000"/>
              </a:lnSpc>
              <a:buNone/>
            </a:pPr>
            <a:r>
              <a:rPr lang="ja-JP" altLang="ja-JP" sz="2000" dirty="0"/>
              <a:t>　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110239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E7C87-BA60-1AC9-71C8-4010348BB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BC96CD-E52C-05D7-D315-8E45BCE54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000" dirty="0"/>
              <a:t>①　活動の医学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EEB99D7-3757-71E4-F14D-D7600C7A5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161" y="2052116"/>
            <a:ext cx="8295678" cy="4805884"/>
          </a:xfrm>
        </p:spPr>
        <p:txBody>
          <a:bodyPr>
            <a:normAutofit/>
          </a:bodyPr>
          <a:lstStyle/>
          <a:p>
            <a:pPr marL="6160" indent="0">
              <a:buNone/>
            </a:pPr>
            <a:r>
              <a:rPr lang="ja-JP" altLang="en-US" sz="1800" dirty="0"/>
              <a:t>想像（リハ無し）</a:t>
            </a:r>
            <a:r>
              <a:rPr lang="ja-JP" altLang="ja-JP" sz="1800" dirty="0"/>
              <a:t>：一人でトイレに行こうとして立ち上がって点滴自己抜去。熱があるのでふらついて転倒。（ナースコールの指示が意識朦朧として忘れている）</a:t>
            </a:r>
          </a:p>
          <a:p>
            <a:pPr marL="6160" indent="0">
              <a:buNone/>
            </a:pPr>
            <a:r>
              <a:rPr lang="ja-JP" altLang="ja-JP" sz="1800" dirty="0"/>
              <a:t>　</a:t>
            </a:r>
            <a:endParaRPr lang="en-US" altLang="ja-JP" sz="1800" dirty="0"/>
          </a:p>
          <a:p>
            <a:pPr marL="6160" indent="0">
              <a:buNone/>
            </a:pPr>
            <a:r>
              <a:rPr lang="ja-JP" altLang="en-US" sz="1800" dirty="0"/>
              <a:t>　</a:t>
            </a:r>
            <a:r>
              <a:rPr lang="ja-JP" altLang="ja-JP" sz="1800" dirty="0"/>
              <a:t>①せん妄</a:t>
            </a:r>
          </a:p>
          <a:p>
            <a:pPr marL="6160" indent="0">
              <a:buNone/>
            </a:pPr>
            <a:r>
              <a:rPr lang="ja-JP" altLang="ja-JP" sz="1800" dirty="0"/>
              <a:t>　②ミトンで拘束</a:t>
            </a:r>
          </a:p>
          <a:p>
            <a:pPr marL="6160" indent="0">
              <a:buNone/>
            </a:pPr>
            <a:r>
              <a:rPr lang="ja-JP" altLang="ja-JP" sz="1800" dirty="0"/>
              <a:t>　③夜に怒る、叫ぶ（不眠）</a:t>
            </a:r>
          </a:p>
          <a:p>
            <a:pPr marL="6160" indent="0">
              <a:buNone/>
            </a:pPr>
            <a:endParaRPr lang="en-US" altLang="ja-JP" sz="1800" dirty="0"/>
          </a:p>
          <a:p>
            <a:pPr marL="6160" indent="0">
              <a:buNone/>
            </a:pPr>
            <a:endParaRPr lang="en-US" altLang="ja-JP" sz="1800" dirty="0"/>
          </a:p>
          <a:p>
            <a:pPr marL="6160" indent="0">
              <a:buNone/>
            </a:pPr>
            <a:endParaRPr lang="en-US" altLang="ja-JP" sz="1800" dirty="0"/>
          </a:p>
          <a:p>
            <a:pPr marL="6160" indent="0">
              <a:buNone/>
            </a:pPr>
            <a:endParaRPr lang="en-US" altLang="ja-JP" sz="18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15EDEC4-CDFC-70A8-BA00-E20DE7816173}"/>
              </a:ext>
            </a:extLst>
          </p:cNvPr>
          <p:cNvSpPr txBox="1"/>
          <p:nvPr/>
        </p:nvSpPr>
        <p:spPr>
          <a:xfrm>
            <a:off x="5851074" y="3753211"/>
            <a:ext cx="360996" cy="4942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160" indent="0">
              <a:lnSpc>
                <a:spcPct val="150000"/>
              </a:lnSpc>
              <a:buNone/>
            </a:pPr>
            <a:r>
              <a:rPr lang="ja-JP" altLang="ja-JP" sz="2000" dirty="0"/>
              <a:t>　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8871441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A75D9-C980-B70A-823A-E95E823C5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9604DB-8CBB-B4E5-CC6D-C39A720F7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000" dirty="0"/>
              <a:t>①　活動の医学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DE5DCC6-773C-123A-23F1-0BFBC999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161" y="2052116"/>
            <a:ext cx="8295678" cy="4805884"/>
          </a:xfrm>
        </p:spPr>
        <p:txBody>
          <a:bodyPr>
            <a:normAutofit/>
          </a:bodyPr>
          <a:lstStyle/>
          <a:p>
            <a:pPr marL="6160" indent="0">
              <a:buNone/>
            </a:pPr>
            <a:r>
              <a:rPr lang="ja-JP" altLang="en-US" sz="1800" dirty="0"/>
              <a:t>想像（リハ無し）</a:t>
            </a:r>
            <a:r>
              <a:rPr lang="ja-JP" altLang="ja-JP" sz="1800" dirty="0"/>
              <a:t>：一人でトイレに行こうとして立ち上がって点滴自己抜去。熱があるのでふらついて転倒。（ナースコールの指示が意識朦朧として忘れている）</a:t>
            </a:r>
          </a:p>
          <a:p>
            <a:pPr marL="6160" indent="0">
              <a:buNone/>
            </a:pPr>
            <a:r>
              <a:rPr lang="ja-JP" altLang="ja-JP" sz="1800" dirty="0"/>
              <a:t>　</a:t>
            </a:r>
            <a:endParaRPr lang="en-US" altLang="ja-JP" sz="1800" dirty="0"/>
          </a:p>
          <a:p>
            <a:pPr marL="6160" indent="0">
              <a:buNone/>
            </a:pPr>
            <a:r>
              <a:rPr lang="ja-JP" altLang="en-US" sz="1800" dirty="0"/>
              <a:t>　</a:t>
            </a:r>
            <a:r>
              <a:rPr lang="ja-JP" altLang="ja-JP" sz="1800" dirty="0"/>
              <a:t>①せん妄</a:t>
            </a:r>
          </a:p>
          <a:p>
            <a:pPr marL="6160" indent="0">
              <a:buNone/>
            </a:pPr>
            <a:r>
              <a:rPr lang="ja-JP" altLang="en-US" sz="1800" dirty="0"/>
              <a:t>　</a:t>
            </a:r>
            <a:r>
              <a:rPr lang="ja-JP" altLang="ja-JP" sz="1800" dirty="0"/>
              <a:t>②ミトンで拘束</a:t>
            </a:r>
          </a:p>
          <a:p>
            <a:pPr marL="6160" indent="0">
              <a:buNone/>
            </a:pPr>
            <a:r>
              <a:rPr lang="ja-JP" altLang="ja-JP" sz="1800" dirty="0"/>
              <a:t>　③夜に怒る、叫ぶ（不眠）</a:t>
            </a:r>
          </a:p>
          <a:p>
            <a:pPr marL="6160" indent="0">
              <a:lnSpc>
                <a:spcPct val="150000"/>
              </a:lnSpc>
              <a:buNone/>
            </a:pPr>
            <a:r>
              <a:rPr lang="ja-JP" altLang="en-US" sz="1800" dirty="0"/>
              <a:t>　</a:t>
            </a:r>
            <a:r>
              <a:rPr lang="ja-JP" altLang="ja-JP" sz="1800" dirty="0"/>
              <a:t>④眠剤や鎮静剤</a:t>
            </a:r>
          </a:p>
          <a:p>
            <a:pPr marL="6160" indent="0">
              <a:lnSpc>
                <a:spcPct val="150000"/>
              </a:lnSpc>
              <a:buNone/>
            </a:pPr>
            <a:r>
              <a:rPr lang="ja-JP" altLang="ja-JP" sz="1800" dirty="0"/>
              <a:t>　</a:t>
            </a:r>
            <a:endParaRPr lang="en-US" altLang="ja-JP" sz="1800" dirty="0"/>
          </a:p>
          <a:p>
            <a:pPr marL="6160" indent="0">
              <a:lnSpc>
                <a:spcPct val="150000"/>
              </a:lnSpc>
              <a:buNone/>
            </a:pPr>
            <a:endParaRPr lang="en-US" altLang="ja-JP" sz="1800" dirty="0"/>
          </a:p>
          <a:p>
            <a:pPr marL="6160" indent="0">
              <a:lnSpc>
                <a:spcPct val="150000"/>
              </a:lnSpc>
              <a:buNone/>
            </a:pPr>
            <a:endParaRPr lang="en-US" altLang="ja-JP" sz="18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EEF54E7-2041-BAE2-3F0D-F062D9AEEC3D}"/>
              </a:ext>
            </a:extLst>
          </p:cNvPr>
          <p:cNvSpPr txBox="1"/>
          <p:nvPr/>
        </p:nvSpPr>
        <p:spPr>
          <a:xfrm>
            <a:off x="5851074" y="3753211"/>
            <a:ext cx="360996" cy="4942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160" indent="0">
              <a:lnSpc>
                <a:spcPct val="150000"/>
              </a:lnSpc>
              <a:buNone/>
            </a:pPr>
            <a:r>
              <a:rPr lang="ja-JP" altLang="ja-JP" sz="2000" dirty="0"/>
              <a:t>　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2349742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27BFE-880F-7B21-1727-401404C2C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0CB0D1-C95E-2283-C090-AB846050F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000" dirty="0"/>
              <a:t>①　活動の医学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D7BB607-5076-BA45-D9F0-80864BEEE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161" y="2052116"/>
            <a:ext cx="8295678" cy="4805884"/>
          </a:xfrm>
        </p:spPr>
        <p:txBody>
          <a:bodyPr>
            <a:normAutofit/>
          </a:bodyPr>
          <a:lstStyle/>
          <a:p>
            <a:pPr marL="6160" indent="0">
              <a:buNone/>
            </a:pPr>
            <a:r>
              <a:rPr lang="ja-JP" altLang="en-US" sz="1800" dirty="0"/>
              <a:t>想像（リハ無し）</a:t>
            </a:r>
            <a:r>
              <a:rPr lang="ja-JP" altLang="ja-JP" sz="1800" dirty="0"/>
              <a:t>：一人でトイレに行こうとして立ち上がって点滴自己抜去。熱があるのでふらついて転倒。（ナースコールの指示が意識朦朧として忘れている）</a:t>
            </a:r>
          </a:p>
          <a:p>
            <a:pPr marL="6160" indent="0">
              <a:buNone/>
            </a:pPr>
            <a:r>
              <a:rPr lang="ja-JP" altLang="ja-JP" sz="1800" dirty="0"/>
              <a:t>　</a:t>
            </a:r>
            <a:endParaRPr lang="en-US" altLang="ja-JP" sz="1800" dirty="0"/>
          </a:p>
          <a:p>
            <a:pPr marL="6160" indent="0">
              <a:buNone/>
            </a:pPr>
            <a:r>
              <a:rPr lang="ja-JP" altLang="en-US" sz="1800" dirty="0"/>
              <a:t>　</a:t>
            </a:r>
            <a:r>
              <a:rPr lang="ja-JP" altLang="ja-JP" sz="1800" dirty="0"/>
              <a:t>①せん妄</a:t>
            </a:r>
          </a:p>
          <a:p>
            <a:pPr marL="6160" indent="0">
              <a:buNone/>
            </a:pPr>
            <a:r>
              <a:rPr lang="ja-JP" altLang="ja-JP" sz="1800" dirty="0"/>
              <a:t>　②ミトンで拘束</a:t>
            </a:r>
          </a:p>
          <a:p>
            <a:pPr marL="6160" indent="0">
              <a:buNone/>
            </a:pPr>
            <a:r>
              <a:rPr lang="ja-JP" altLang="ja-JP" sz="1800" dirty="0"/>
              <a:t>　③夜に怒る、叫ぶ（不眠）</a:t>
            </a:r>
          </a:p>
          <a:p>
            <a:pPr marL="6160" indent="0">
              <a:lnSpc>
                <a:spcPct val="150000"/>
              </a:lnSpc>
              <a:buNone/>
            </a:pPr>
            <a:r>
              <a:rPr lang="ja-JP" altLang="en-US" sz="1800" dirty="0"/>
              <a:t>　</a:t>
            </a:r>
            <a:r>
              <a:rPr lang="ja-JP" altLang="ja-JP" sz="1800" dirty="0"/>
              <a:t>④眠剤や鎮静剤</a:t>
            </a:r>
          </a:p>
          <a:p>
            <a:pPr marL="6160" indent="0">
              <a:lnSpc>
                <a:spcPct val="150000"/>
              </a:lnSpc>
              <a:buNone/>
            </a:pPr>
            <a:r>
              <a:rPr lang="ja-JP" altLang="ja-JP" sz="1800" dirty="0"/>
              <a:t>　⑤日中、薬の影響で</a:t>
            </a:r>
            <a:r>
              <a:rPr lang="ja-JP" altLang="en-US" sz="1800" dirty="0"/>
              <a:t>眠たい（起きれない）</a:t>
            </a:r>
            <a:endParaRPr lang="en-US" altLang="ja-JP" sz="1800" dirty="0"/>
          </a:p>
          <a:p>
            <a:pPr marL="6160" indent="0">
              <a:lnSpc>
                <a:spcPct val="150000"/>
              </a:lnSpc>
              <a:buNone/>
            </a:pPr>
            <a:r>
              <a:rPr lang="ja-JP" altLang="ja-JP" sz="1800" dirty="0"/>
              <a:t>　</a:t>
            </a:r>
            <a:endParaRPr lang="ja-JP" altLang="ja-JP" sz="1800" b="1" dirty="0">
              <a:solidFill>
                <a:srgbClr val="FF0000"/>
              </a:solidFill>
            </a:endParaRPr>
          </a:p>
          <a:p>
            <a:pPr marL="6160" indent="0">
              <a:buNone/>
            </a:pPr>
            <a:endParaRPr lang="en-US" altLang="ja-JP" sz="18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D0F9E5C-15B6-92CE-336C-F56E3A474DE8}"/>
              </a:ext>
            </a:extLst>
          </p:cNvPr>
          <p:cNvSpPr txBox="1"/>
          <p:nvPr/>
        </p:nvSpPr>
        <p:spPr>
          <a:xfrm>
            <a:off x="5851074" y="3753211"/>
            <a:ext cx="360996" cy="4942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160" indent="0">
              <a:lnSpc>
                <a:spcPct val="150000"/>
              </a:lnSpc>
              <a:buNone/>
            </a:pPr>
            <a:r>
              <a:rPr lang="ja-JP" altLang="ja-JP" sz="2000" dirty="0"/>
              <a:t>　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8852505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B1E3E-9998-BAA9-4448-75DA8F88A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BE2573-6007-074E-B940-131BA3013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000" dirty="0"/>
              <a:t>①　活動の医学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9994EBE-8152-95EE-CBE2-D5DAF29D8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161" y="2052116"/>
            <a:ext cx="8295678" cy="4805884"/>
          </a:xfrm>
        </p:spPr>
        <p:txBody>
          <a:bodyPr>
            <a:normAutofit/>
          </a:bodyPr>
          <a:lstStyle/>
          <a:p>
            <a:pPr marL="6160" indent="0">
              <a:buNone/>
            </a:pPr>
            <a:r>
              <a:rPr lang="ja-JP" altLang="en-US" sz="1800" dirty="0"/>
              <a:t>想像（リハ無し）</a:t>
            </a:r>
            <a:r>
              <a:rPr lang="ja-JP" altLang="ja-JP" sz="1800" dirty="0"/>
              <a:t>：一人でトイレに行こうとして立ち上がって点滴自己抜去。熱があるのでふらついて転倒。（ナースコールの指示が意識朦朧として忘れている）</a:t>
            </a:r>
          </a:p>
          <a:p>
            <a:pPr marL="6160" indent="0">
              <a:buNone/>
            </a:pPr>
            <a:r>
              <a:rPr lang="ja-JP" altLang="ja-JP" sz="1800" dirty="0"/>
              <a:t>　</a:t>
            </a:r>
            <a:endParaRPr lang="en-US" altLang="ja-JP" sz="1800" dirty="0"/>
          </a:p>
          <a:p>
            <a:pPr marL="6160" indent="0">
              <a:buNone/>
            </a:pPr>
            <a:r>
              <a:rPr lang="ja-JP" altLang="en-US" sz="1800" dirty="0"/>
              <a:t>　</a:t>
            </a:r>
            <a:r>
              <a:rPr lang="ja-JP" altLang="ja-JP" sz="1800" dirty="0"/>
              <a:t>①せん妄</a:t>
            </a:r>
          </a:p>
          <a:p>
            <a:pPr marL="6160" indent="0">
              <a:buNone/>
            </a:pPr>
            <a:r>
              <a:rPr lang="ja-JP" altLang="ja-JP" sz="1800" dirty="0"/>
              <a:t>　②ミトンで拘束</a:t>
            </a:r>
          </a:p>
          <a:p>
            <a:pPr marL="6160" indent="0">
              <a:buNone/>
            </a:pPr>
            <a:r>
              <a:rPr lang="ja-JP" altLang="ja-JP" sz="1800" dirty="0"/>
              <a:t>　③夜に怒る、叫ぶ（不眠）</a:t>
            </a:r>
          </a:p>
          <a:p>
            <a:pPr marL="6160" indent="0">
              <a:lnSpc>
                <a:spcPct val="150000"/>
              </a:lnSpc>
              <a:buNone/>
            </a:pPr>
            <a:r>
              <a:rPr lang="ja-JP" altLang="en-US" sz="1800" dirty="0"/>
              <a:t>　</a:t>
            </a:r>
            <a:r>
              <a:rPr lang="ja-JP" altLang="ja-JP" sz="1800" dirty="0"/>
              <a:t>④眠剤や鎮静剤</a:t>
            </a:r>
          </a:p>
          <a:p>
            <a:pPr marL="6160" indent="0">
              <a:lnSpc>
                <a:spcPct val="150000"/>
              </a:lnSpc>
              <a:buNone/>
            </a:pPr>
            <a:r>
              <a:rPr lang="ja-JP" altLang="ja-JP" sz="1800" dirty="0"/>
              <a:t>　⑤日中、薬の影響で</a:t>
            </a:r>
            <a:r>
              <a:rPr lang="ja-JP" altLang="en-US" sz="1800" dirty="0"/>
              <a:t>眠たい（起きれない）</a:t>
            </a:r>
            <a:endParaRPr lang="en-US" altLang="ja-JP" sz="1800" dirty="0"/>
          </a:p>
          <a:p>
            <a:pPr marL="6160" indent="0">
              <a:lnSpc>
                <a:spcPct val="150000"/>
              </a:lnSpc>
              <a:buNone/>
            </a:pPr>
            <a:r>
              <a:rPr lang="ja-JP" altLang="ja-JP" sz="1800" dirty="0"/>
              <a:t>　⑥</a:t>
            </a:r>
            <a:r>
              <a:rPr lang="ja-JP" altLang="en-US" sz="1800" b="1" dirty="0">
                <a:solidFill>
                  <a:srgbClr val="FF0000"/>
                </a:solidFill>
              </a:rPr>
              <a:t>臥床</a:t>
            </a:r>
            <a:r>
              <a:rPr lang="ja-JP" altLang="ja-JP" sz="1800" b="1" dirty="0">
                <a:solidFill>
                  <a:srgbClr val="FF0000"/>
                </a:solidFill>
              </a:rPr>
              <a:t>が</a:t>
            </a:r>
            <a:r>
              <a:rPr lang="en-US" altLang="ja-JP" sz="1800" b="1" dirty="0">
                <a:solidFill>
                  <a:srgbClr val="FF0000"/>
                </a:solidFill>
              </a:rPr>
              <a:t>1</a:t>
            </a:r>
            <a:r>
              <a:rPr lang="ja-JP" altLang="ja-JP" sz="1800" b="1" dirty="0">
                <a:solidFill>
                  <a:srgbClr val="FF0000"/>
                </a:solidFill>
              </a:rPr>
              <a:t>週間続いてしまった</a:t>
            </a:r>
          </a:p>
          <a:p>
            <a:pPr marL="6160" indent="0">
              <a:buNone/>
            </a:pPr>
            <a:endParaRPr lang="en-US" altLang="ja-JP" sz="18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7E964C3-A6AF-C2A8-2D78-C7BF9F307A1C}"/>
              </a:ext>
            </a:extLst>
          </p:cNvPr>
          <p:cNvSpPr txBox="1"/>
          <p:nvPr/>
        </p:nvSpPr>
        <p:spPr>
          <a:xfrm>
            <a:off x="5851074" y="3753211"/>
            <a:ext cx="360996" cy="4942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160" indent="0">
              <a:lnSpc>
                <a:spcPct val="150000"/>
              </a:lnSpc>
              <a:buNone/>
            </a:pPr>
            <a:r>
              <a:rPr lang="ja-JP" altLang="ja-JP" sz="2000" dirty="0"/>
              <a:t>　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9699153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0040A-4399-91F5-BDF5-9490E0676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46E4B3-BEEA-437B-2F5E-2119B5486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000" dirty="0"/>
              <a:t>①　活動の医学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3600DC0-2600-DA74-AD77-7913338DB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5122" y="2557285"/>
            <a:ext cx="8295678" cy="3997828"/>
          </a:xfrm>
        </p:spPr>
        <p:txBody>
          <a:bodyPr>
            <a:normAutofit/>
          </a:bodyPr>
          <a:lstStyle/>
          <a:p>
            <a:pPr marL="6160" indent="0">
              <a:buNone/>
            </a:pPr>
            <a:endParaRPr lang="en-US" altLang="ja-JP" dirty="0"/>
          </a:p>
          <a:p>
            <a:pPr marL="6160" indent="0">
              <a:buNone/>
            </a:pPr>
            <a:r>
              <a:rPr lang="ja-JP" altLang="ja-JP" dirty="0"/>
              <a:t>　</a:t>
            </a:r>
            <a:r>
              <a:rPr lang="ja-JP" altLang="ja-JP" sz="2400" dirty="0"/>
              <a:t>⑥</a:t>
            </a:r>
            <a:r>
              <a:rPr lang="ja-JP" altLang="en-US" sz="2400" u="sng" dirty="0">
                <a:solidFill>
                  <a:srgbClr val="FF0000"/>
                </a:solidFill>
              </a:rPr>
              <a:t>臥床が</a:t>
            </a:r>
            <a:r>
              <a:rPr lang="en-US" altLang="ja-JP" sz="2400" b="1" u="sng" dirty="0">
                <a:solidFill>
                  <a:srgbClr val="FF0000"/>
                </a:solidFill>
              </a:rPr>
              <a:t>1</a:t>
            </a:r>
            <a:r>
              <a:rPr lang="ja-JP" altLang="ja-JP" sz="2400" b="1" u="sng" dirty="0">
                <a:solidFill>
                  <a:srgbClr val="FF0000"/>
                </a:solidFill>
              </a:rPr>
              <a:t>週間続いてしまった</a:t>
            </a:r>
            <a:endParaRPr lang="ja-JP" altLang="ja-JP" b="1" u="sng" dirty="0">
              <a:solidFill>
                <a:srgbClr val="FF0000"/>
              </a:solidFill>
            </a:endParaRPr>
          </a:p>
          <a:p>
            <a:pPr marL="6160" indent="0">
              <a:buNone/>
            </a:pPr>
            <a:endParaRPr lang="en-US" altLang="ja-JP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F1A72AF-C190-4ADB-067D-61ABB177C697}"/>
              </a:ext>
            </a:extLst>
          </p:cNvPr>
          <p:cNvSpPr txBox="1"/>
          <p:nvPr/>
        </p:nvSpPr>
        <p:spPr>
          <a:xfrm>
            <a:off x="2124305" y="2128177"/>
            <a:ext cx="86517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600" dirty="0"/>
              <a:t>活動面でなにか起こりそうか想像（リハ無し）</a:t>
            </a:r>
            <a:endParaRPr lang="ja-JP" altLang="ja-JP" sz="3600" dirty="0"/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8A16DEBF-2DB1-8EF4-1F5C-AABB7B4B953A}"/>
              </a:ext>
            </a:extLst>
          </p:cNvPr>
          <p:cNvSpPr/>
          <p:nvPr/>
        </p:nvSpPr>
        <p:spPr>
          <a:xfrm>
            <a:off x="6487886" y="3762029"/>
            <a:ext cx="653143" cy="17065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1CD7E7FF-5D05-0C34-8F9B-A2DAC8BC1D38}"/>
              </a:ext>
            </a:extLst>
          </p:cNvPr>
          <p:cNvSpPr/>
          <p:nvPr/>
        </p:nvSpPr>
        <p:spPr>
          <a:xfrm>
            <a:off x="7728857" y="3973284"/>
            <a:ext cx="2155371" cy="13824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/>
              <a:t>寝たきりの可能性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782722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26F4E-0B6B-2B09-FB3A-E717A9110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44C668-F3EA-6A36-98AA-B0240E2AE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000" dirty="0"/>
              <a:t>①　活動の医学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84A41F7-92A3-086A-5990-698B48001BA8}"/>
              </a:ext>
            </a:extLst>
          </p:cNvPr>
          <p:cNvSpPr txBox="1"/>
          <p:nvPr/>
        </p:nvSpPr>
        <p:spPr>
          <a:xfrm>
            <a:off x="2611808" y="1763487"/>
            <a:ext cx="40543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/>
              <a:t>設定：リハビリあり</a:t>
            </a:r>
            <a:endParaRPr kumimoji="1" lang="ja-JP" altLang="en-US" sz="2800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DDE457D-5D5E-4E71-05A1-570B02CB4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1808" y="1580939"/>
            <a:ext cx="8088849" cy="3997828"/>
          </a:xfrm>
        </p:spPr>
        <p:txBody>
          <a:bodyPr/>
          <a:lstStyle/>
          <a:p>
            <a:r>
              <a:rPr lang="ja-JP" altLang="en-US" dirty="0"/>
              <a:t>夜寝れるように昼に</a:t>
            </a:r>
            <a:r>
              <a:rPr lang="ja-JP" altLang="en-US" dirty="0">
                <a:solidFill>
                  <a:srgbClr val="00B0F0"/>
                </a:solidFill>
              </a:rPr>
              <a:t>離床</a:t>
            </a:r>
            <a:endParaRPr lang="en-US" altLang="ja-JP" dirty="0">
              <a:solidFill>
                <a:srgbClr val="00B0F0"/>
              </a:solidFill>
            </a:endParaRPr>
          </a:p>
          <a:p>
            <a:r>
              <a:rPr lang="ja-JP" altLang="en-US" dirty="0"/>
              <a:t>寝たきりにならないように</a:t>
            </a:r>
            <a:r>
              <a:rPr lang="ja-JP" altLang="en-US" dirty="0">
                <a:solidFill>
                  <a:srgbClr val="00B0F0"/>
                </a:solidFill>
              </a:rPr>
              <a:t>歩いてもらう</a:t>
            </a:r>
            <a:endParaRPr lang="en-US" altLang="ja-JP" dirty="0">
              <a:solidFill>
                <a:srgbClr val="00B0F0"/>
              </a:solidFill>
            </a:endParaRPr>
          </a:p>
          <a:p>
            <a:r>
              <a:rPr lang="ja-JP" altLang="en-US" dirty="0"/>
              <a:t>肺炎の原因が「嚥下」にあれば再発防止のため</a:t>
            </a:r>
            <a:r>
              <a:rPr lang="ja-JP" altLang="en-US" dirty="0">
                <a:solidFill>
                  <a:srgbClr val="00B0F0"/>
                </a:solidFill>
              </a:rPr>
              <a:t>飲み込みの練習</a:t>
            </a:r>
            <a:endParaRPr lang="en-US" altLang="ja-JP" dirty="0">
              <a:solidFill>
                <a:srgbClr val="00B0F0"/>
              </a:solidFill>
            </a:endParaRPr>
          </a:p>
        </p:txBody>
      </p:sp>
      <p:sp>
        <p:nvSpPr>
          <p:cNvPr id="3" name="矢印: 下 2">
            <a:extLst>
              <a:ext uri="{FF2B5EF4-FFF2-40B4-BE49-F238E27FC236}">
                <a16:creationId xmlns:a16="http://schemas.microsoft.com/office/drawing/2014/main" id="{F7C7005D-12E7-1596-F128-46940A094D61}"/>
              </a:ext>
            </a:extLst>
          </p:cNvPr>
          <p:cNvSpPr/>
          <p:nvPr/>
        </p:nvSpPr>
        <p:spPr>
          <a:xfrm>
            <a:off x="5987143" y="4757057"/>
            <a:ext cx="1262743" cy="40277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EE71960-DE26-023C-9C2F-2EBE91AAEAD7}"/>
              </a:ext>
            </a:extLst>
          </p:cNvPr>
          <p:cNvSpPr/>
          <p:nvPr/>
        </p:nvSpPr>
        <p:spPr>
          <a:xfrm>
            <a:off x="4169229" y="5469909"/>
            <a:ext cx="4996542" cy="10772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寝たきりや二次的合併症を</a:t>
            </a:r>
            <a:endParaRPr kumimoji="1" lang="en-US" altLang="ja-JP" sz="2800" dirty="0"/>
          </a:p>
          <a:p>
            <a:pPr algn="ctr"/>
            <a:r>
              <a:rPr kumimoji="1" lang="ja-JP" altLang="en-US" sz="2800" dirty="0"/>
              <a:t>予防・改善</a:t>
            </a:r>
          </a:p>
        </p:txBody>
      </p:sp>
    </p:spTree>
    <p:extLst>
      <p:ext uri="{BB962C8B-B14F-4D97-AF65-F5344CB8AC3E}">
        <p14:creationId xmlns:p14="http://schemas.microsoft.com/office/powerpoint/2010/main" val="22884625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7487D-9582-EA7F-03A2-5F8A0609B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D18644-A441-E03D-FC41-D394B0627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000" dirty="0"/>
              <a:t>①　活動の医学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654E8185-5EE9-657A-5629-22E28F334921}"/>
              </a:ext>
            </a:extLst>
          </p:cNvPr>
          <p:cNvSpPr/>
          <p:nvPr/>
        </p:nvSpPr>
        <p:spPr>
          <a:xfrm>
            <a:off x="8632372" y="2177143"/>
            <a:ext cx="1277257" cy="188322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 dirty="0">
                <a:solidFill>
                  <a:schemeClr val="accent1"/>
                </a:solidFill>
              </a:rPr>
              <a:t>生</a:t>
            </a:r>
            <a:endParaRPr kumimoji="1" lang="en-US" altLang="ja-JP" sz="4800" dirty="0">
              <a:solidFill>
                <a:schemeClr val="accent1"/>
              </a:solidFill>
            </a:endParaRPr>
          </a:p>
          <a:p>
            <a:pPr algn="ctr"/>
            <a:r>
              <a:rPr kumimoji="1" lang="ja-JP" altLang="en-US" sz="4800" dirty="0">
                <a:solidFill>
                  <a:schemeClr val="accent1"/>
                </a:solidFill>
              </a:rPr>
              <a:t>活</a:t>
            </a:r>
          </a:p>
        </p:txBody>
      </p:sp>
      <p:graphicFrame>
        <p:nvGraphicFramePr>
          <p:cNvPr id="8" name="コンテンツ プレースホルダー 7">
            <a:extLst>
              <a:ext uri="{FF2B5EF4-FFF2-40B4-BE49-F238E27FC236}">
                <a16:creationId xmlns:a16="http://schemas.microsoft.com/office/drawing/2014/main" id="{A878F635-2DE9-9D6A-13B9-4CAE27F9D11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7161" y="2271713"/>
          <a:ext cx="8950325" cy="3997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6F49B77-CBB2-B9ED-94D3-90795385CAE0}"/>
              </a:ext>
            </a:extLst>
          </p:cNvPr>
          <p:cNvSpPr txBox="1"/>
          <p:nvPr/>
        </p:nvSpPr>
        <p:spPr>
          <a:xfrm>
            <a:off x="6030686" y="4452257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全身</a:t>
            </a:r>
            <a:endParaRPr kumimoji="1" lang="en-US" altLang="ja-JP" sz="32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0C8CB14-1E67-3FCC-0461-9BB127F031AF}"/>
              </a:ext>
            </a:extLst>
          </p:cNvPr>
          <p:cNvSpPr txBox="1"/>
          <p:nvPr/>
        </p:nvSpPr>
        <p:spPr>
          <a:xfrm>
            <a:off x="7354826" y="368560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活動</a:t>
            </a:r>
            <a:endParaRPr kumimoji="1" lang="en-US" altLang="ja-JP" sz="32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578360A-399B-E424-085E-0426E61E09EA}"/>
              </a:ext>
            </a:extLst>
          </p:cNvPr>
          <p:cNvSpPr txBox="1"/>
          <p:nvPr/>
        </p:nvSpPr>
        <p:spPr>
          <a:xfrm>
            <a:off x="1709055" y="1653923"/>
            <a:ext cx="464422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「離床、歩行、嚥下練習</a:t>
            </a:r>
            <a:endParaRPr kumimoji="1" lang="en-US" altLang="ja-JP" sz="2800" dirty="0"/>
          </a:p>
          <a:p>
            <a:r>
              <a:rPr kumimoji="1" lang="ja-JP" altLang="en-US" sz="2800" dirty="0"/>
              <a:t>＝活動・生活に介入している」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56A13281-4488-07FF-6498-88D4A09C525B}"/>
              </a:ext>
            </a:extLst>
          </p:cNvPr>
          <p:cNvSpPr/>
          <p:nvPr/>
        </p:nvSpPr>
        <p:spPr>
          <a:xfrm>
            <a:off x="6095996" y="1556654"/>
            <a:ext cx="4408716" cy="3505201"/>
          </a:xfrm>
          <a:prstGeom prst="ellipse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68572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3C19D-D818-4B9E-4805-1B5DAC694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A5F500-4EDA-6FF6-AF37-17A774B82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000" dirty="0"/>
              <a:t>①　活動の医学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032B9E6-5670-ECA1-EC4D-24D14EE43E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02229" y="2618173"/>
            <a:ext cx="4593771" cy="3997828"/>
          </a:xfrm>
        </p:spPr>
        <p:txBody>
          <a:bodyPr>
            <a:normAutofit/>
          </a:bodyPr>
          <a:lstStyle/>
          <a:p>
            <a:r>
              <a:rPr lang="ja-JP" altLang="en-US" sz="1800" dirty="0"/>
              <a:t>採血：</a:t>
            </a:r>
            <a:r>
              <a:rPr lang="en-US" altLang="ja-JP" sz="1800" dirty="0"/>
              <a:t>ALB1.9 / CRP7.3 / WBC12.2</a:t>
            </a:r>
          </a:p>
          <a:p>
            <a:r>
              <a:rPr lang="ja-JP" altLang="en-US" sz="1800" dirty="0"/>
              <a:t>バイタル：</a:t>
            </a:r>
            <a:r>
              <a:rPr lang="en-US" altLang="ja-JP" sz="1800" dirty="0"/>
              <a:t>BP102/76</a:t>
            </a:r>
            <a:r>
              <a:rPr lang="ja-JP" altLang="en-US" sz="1800" dirty="0"/>
              <a:t>　</a:t>
            </a:r>
            <a:r>
              <a:rPr lang="en-US" altLang="ja-JP" sz="1800" dirty="0"/>
              <a:t>P100</a:t>
            </a:r>
            <a:r>
              <a:rPr lang="ja-JP" altLang="en-US" sz="1800" dirty="0"/>
              <a:t>　</a:t>
            </a:r>
            <a:r>
              <a:rPr lang="en-US" altLang="ja-JP" sz="1800" dirty="0"/>
              <a:t>SpO2</a:t>
            </a:r>
            <a:r>
              <a:rPr lang="ja-JP" altLang="en-US" sz="1800" dirty="0"/>
              <a:t> </a:t>
            </a:r>
            <a:r>
              <a:rPr lang="en-US" altLang="ja-JP" sz="1800" dirty="0"/>
              <a:t>94</a:t>
            </a:r>
            <a:r>
              <a:rPr lang="ja-JP" altLang="en-US" sz="1800" dirty="0"/>
              <a:t>％（鼻カニュラ</a:t>
            </a:r>
            <a:r>
              <a:rPr lang="en-US" altLang="ja-JP" sz="1800" dirty="0"/>
              <a:t> 1L</a:t>
            </a:r>
            <a:r>
              <a:rPr lang="ja-JP" altLang="en-US" sz="1800" dirty="0"/>
              <a:t>）　</a:t>
            </a:r>
            <a:r>
              <a:rPr lang="en-US" altLang="ja-JP" sz="1800" u="sng" dirty="0"/>
              <a:t>BT37.8</a:t>
            </a:r>
            <a:r>
              <a:rPr lang="ja-JP" altLang="en-US" sz="1800" u="sng" dirty="0"/>
              <a:t>℃（解熱剤使用）</a:t>
            </a:r>
            <a:endParaRPr lang="en-US" altLang="ja-JP" sz="1800" dirty="0"/>
          </a:p>
          <a:p>
            <a:r>
              <a:rPr lang="ja-JP" altLang="en-US" sz="1800" dirty="0"/>
              <a:t>レントゲン：右下肺野に透過性低下</a:t>
            </a:r>
            <a:endParaRPr lang="en-US" altLang="ja-JP" sz="1800" dirty="0"/>
          </a:p>
          <a:p>
            <a:r>
              <a:rPr lang="ja-JP" altLang="en-US" sz="1800" dirty="0"/>
              <a:t>入院の経緯：昨日朝まで奥様と歩いて買い物出来ていたが、本日昼から徐々に息が苦しくなり夕方にタクシーで当院救急外来受診。</a:t>
            </a:r>
            <a:endParaRPr lang="en-US" altLang="ja-JP" sz="1800" dirty="0"/>
          </a:p>
          <a:p>
            <a:endParaRPr lang="en-US" altLang="ja-JP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B4E61BD-9B56-7A59-A29B-3BB2302FC95B}"/>
              </a:ext>
            </a:extLst>
          </p:cNvPr>
          <p:cNvSpPr txBox="1"/>
          <p:nvPr/>
        </p:nvSpPr>
        <p:spPr>
          <a:xfrm>
            <a:off x="1762722" y="1774372"/>
            <a:ext cx="24929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/>
              <a:t>設定：詳細</a:t>
            </a:r>
            <a:endParaRPr kumimoji="1" lang="ja-JP" altLang="en-US" sz="2800" dirty="0"/>
          </a:p>
        </p:txBody>
      </p:sp>
      <p:sp>
        <p:nvSpPr>
          <p:cNvPr id="5" name="コンテンツ プレースホルダー 3">
            <a:extLst>
              <a:ext uri="{FF2B5EF4-FFF2-40B4-BE49-F238E27FC236}">
                <a16:creationId xmlns:a16="http://schemas.microsoft.com/office/drawing/2014/main" id="{C1ECA226-CFF2-05CF-9BEE-3369D25FFC22}"/>
              </a:ext>
            </a:extLst>
          </p:cNvPr>
          <p:cNvSpPr txBox="1">
            <a:spLocks/>
          </p:cNvSpPr>
          <p:nvPr/>
        </p:nvSpPr>
        <p:spPr>
          <a:xfrm>
            <a:off x="6302826" y="2618173"/>
            <a:ext cx="4593771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448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9533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kumimoji="1"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5888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kumimoji="1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70973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kumimoji="1"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17328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kumimoji="1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642616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kumimoji="1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108960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kumimoji="1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575304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kumimoji="1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04164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kumimoji="1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800" dirty="0"/>
              <a:t>採血：炎症値が高い</a:t>
            </a:r>
            <a:endParaRPr lang="en-US" altLang="ja-JP" sz="1800" dirty="0"/>
          </a:p>
          <a:p>
            <a:r>
              <a:rPr lang="ja-JP" altLang="en-US" sz="1800" dirty="0"/>
              <a:t>バイタル：解熱剤を使用中だが体温が高い。脈拍数が多く敗血症の可能性。</a:t>
            </a:r>
            <a:endParaRPr lang="en-US" altLang="ja-JP" sz="1800" dirty="0"/>
          </a:p>
          <a:p>
            <a:r>
              <a:rPr lang="ja-JP" altLang="en-US" sz="1800" dirty="0"/>
              <a:t>レントゲン：誤嚥性肺炎を示す所見</a:t>
            </a:r>
            <a:endParaRPr lang="en-US" altLang="ja-JP" sz="1800" dirty="0"/>
          </a:p>
          <a:p>
            <a:r>
              <a:rPr lang="ja-JP" altLang="en-US" sz="1800" dirty="0"/>
              <a:t>入院の経緯：前日まで歩けていた。</a:t>
            </a:r>
            <a:endParaRPr lang="en-US" altLang="ja-JP" sz="1800" dirty="0"/>
          </a:p>
          <a:p>
            <a:endParaRPr lang="en-US" altLang="ja-JP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56C2C86-E020-0A42-BCE1-A2C90187BF41}"/>
              </a:ext>
            </a:extLst>
          </p:cNvPr>
          <p:cNvSpPr txBox="1"/>
          <p:nvPr/>
        </p:nvSpPr>
        <p:spPr>
          <a:xfrm>
            <a:off x="6443575" y="1763483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/>
              <a:t>簡単</a:t>
            </a:r>
          </a:p>
        </p:txBody>
      </p:sp>
    </p:spTree>
    <p:extLst>
      <p:ext uri="{BB962C8B-B14F-4D97-AF65-F5344CB8AC3E}">
        <p14:creationId xmlns:p14="http://schemas.microsoft.com/office/powerpoint/2010/main" val="26130121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6CFAF-8152-9643-59BF-6E31105E4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1A2C33-DC80-38D3-E8FB-94ECFD9DB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000" dirty="0"/>
              <a:t>①　活動の医学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2DCE0D2-F562-1154-81BE-0FE57B4D383B}"/>
              </a:ext>
            </a:extLst>
          </p:cNvPr>
          <p:cNvSpPr txBox="1"/>
          <p:nvPr/>
        </p:nvSpPr>
        <p:spPr>
          <a:xfrm>
            <a:off x="2611808" y="1763487"/>
            <a:ext cx="40543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/>
              <a:t>設定：リハビリあり</a:t>
            </a:r>
            <a:endParaRPr kumimoji="1" lang="ja-JP" altLang="en-US" sz="2800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12E481E-C76A-3023-EDB4-C530EA9E8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1807" y="2092567"/>
            <a:ext cx="8088849" cy="3997828"/>
          </a:xfrm>
        </p:spPr>
        <p:txBody>
          <a:bodyPr/>
          <a:lstStyle/>
          <a:p>
            <a:r>
              <a:rPr lang="ja-JP" altLang="en-US" sz="2400" dirty="0"/>
              <a:t>介入「寝たきりにならないように</a:t>
            </a:r>
            <a:r>
              <a:rPr lang="ja-JP" altLang="en-US" sz="2400" dirty="0">
                <a:solidFill>
                  <a:srgbClr val="00B0F0"/>
                </a:solidFill>
              </a:rPr>
              <a:t>歩いてもらう」</a:t>
            </a:r>
            <a:r>
              <a:rPr lang="ja-JP" altLang="en-US" sz="2400" dirty="0"/>
              <a:t>＝リスクは？</a:t>
            </a:r>
            <a:endParaRPr lang="en-US" altLang="ja-JP" sz="2400" dirty="0"/>
          </a:p>
          <a:p>
            <a:endParaRPr lang="en-US" altLang="ja-JP" sz="2400" dirty="0"/>
          </a:p>
          <a:p>
            <a:pPr marL="6160" indent="0">
              <a:buNone/>
            </a:pPr>
            <a:r>
              <a:rPr lang="ja-JP" altLang="en-US" dirty="0"/>
              <a:t>・肺が悪い所に歩行すると血中酸素が下がる？</a:t>
            </a: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  <a:p>
            <a:pPr marL="6160" indent="0">
              <a:buNone/>
            </a:pPr>
            <a:r>
              <a:rPr lang="ja-JP" altLang="en-US" dirty="0"/>
              <a:t>・敗血症だったら立つと血圧低下する？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7395087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5D9BF-CA5E-578E-FB86-696D56700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4F6CFF-3FC4-E58B-39D3-7C7651306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000" dirty="0"/>
              <a:t>①　活動の医学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75CD3BF-D83A-29C0-7A53-B3C280FBE260}"/>
              </a:ext>
            </a:extLst>
          </p:cNvPr>
          <p:cNvSpPr txBox="1"/>
          <p:nvPr/>
        </p:nvSpPr>
        <p:spPr>
          <a:xfrm>
            <a:off x="2611808" y="1763487"/>
            <a:ext cx="40543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/>
              <a:t>設定：リハビリあり</a:t>
            </a:r>
            <a:endParaRPr kumimoji="1" lang="ja-JP" altLang="en-US" sz="2800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CE05E1E-3029-6BC4-C061-434FB5762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1807" y="2092567"/>
            <a:ext cx="8088849" cy="3997828"/>
          </a:xfrm>
        </p:spPr>
        <p:txBody>
          <a:bodyPr/>
          <a:lstStyle/>
          <a:p>
            <a:r>
              <a:rPr lang="ja-JP" altLang="en-US" sz="2400" dirty="0"/>
              <a:t>「寝たきりにならないように</a:t>
            </a:r>
            <a:r>
              <a:rPr lang="ja-JP" altLang="en-US" sz="2400" dirty="0">
                <a:solidFill>
                  <a:srgbClr val="00B0F0"/>
                </a:solidFill>
              </a:rPr>
              <a:t>歩いてもらう」</a:t>
            </a:r>
            <a:r>
              <a:rPr lang="ja-JP" altLang="en-US" sz="2400" dirty="0"/>
              <a:t>＝リスクは？</a:t>
            </a:r>
            <a:endParaRPr lang="en-US" altLang="ja-JP" sz="2400" dirty="0"/>
          </a:p>
          <a:p>
            <a:pPr marL="6160" indent="0">
              <a:buNone/>
            </a:pPr>
            <a:r>
              <a:rPr lang="ja-JP" altLang="en-US" sz="2400" dirty="0"/>
              <a:t>　　　　　　　　　　　　　そのリスクが起こるか</a:t>
            </a:r>
            <a:endParaRPr lang="en-US" altLang="ja-JP" sz="2400" dirty="0"/>
          </a:p>
          <a:p>
            <a:pPr marL="6160" indent="0">
              <a:buNone/>
            </a:pPr>
            <a:r>
              <a:rPr lang="ja-JP" altLang="en-US" sz="2400" dirty="0"/>
              <a:t>　　　　　　　　　　　　　　　　</a:t>
            </a:r>
            <a:endParaRPr lang="en-US" altLang="ja-JP" sz="2400" dirty="0"/>
          </a:p>
        </p:txBody>
      </p:sp>
      <p:sp>
        <p:nvSpPr>
          <p:cNvPr id="3" name="矢印: 下 2">
            <a:extLst>
              <a:ext uri="{FF2B5EF4-FFF2-40B4-BE49-F238E27FC236}">
                <a16:creationId xmlns:a16="http://schemas.microsoft.com/office/drawing/2014/main" id="{0A6A8BAF-CAD3-A1AD-5964-ECC0BA9E91D3}"/>
              </a:ext>
            </a:extLst>
          </p:cNvPr>
          <p:cNvSpPr/>
          <p:nvPr/>
        </p:nvSpPr>
        <p:spPr>
          <a:xfrm>
            <a:off x="5900057" y="4354286"/>
            <a:ext cx="1665514" cy="4245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2656BEEB-0DB0-EC19-7CC7-938672EB47F8}"/>
              </a:ext>
            </a:extLst>
          </p:cNvPr>
          <p:cNvSpPr/>
          <p:nvPr/>
        </p:nvSpPr>
        <p:spPr>
          <a:xfrm>
            <a:off x="4123805" y="5016259"/>
            <a:ext cx="5163590" cy="14032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400" dirty="0"/>
              <a:t>やってみないと</a:t>
            </a:r>
            <a:endParaRPr kumimoji="1" lang="en-US" altLang="ja-JP" sz="4400" dirty="0"/>
          </a:p>
          <a:p>
            <a:pPr algn="ctr"/>
            <a:r>
              <a:rPr kumimoji="1" lang="ja-JP" altLang="en-US" sz="4400" dirty="0"/>
              <a:t>分からない</a:t>
            </a:r>
          </a:p>
        </p:txBody>
      </p:sp>
    </p:spTree>
    <p:extLst>
      <p:ext uri="{BB962C8B-B14F-4D97-AF65-F5344CB8AC3E}">
        <p14:creationId xmlns:p14="http://schemas.microsoft.com/office/powerpoint/2010/main" val="41863413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12352-40A3-FDD0-ACA5-0966CE159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467D61-030E-1F6C-BEE1-164E43063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000" dirty="0"/>
              <a:t>①　活動の医学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665DDCF-76E8-0CA6-4DCC-3578E4E0784D}"/>
              </a:ext>
            </a:extLst>
          </p:cNvPr>
          <p:cNvSpPr txBox="1"/>
          <p:nvPr/>
        </p:nvSpPr>
        <p:spPr>
          <a:xfrm>
            <a:off x="2611808" y="1763487"/>
            <a:ext cx="40543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/>
              <a:t>設定：リハビリあり</a:t>
            </a:r>
            <a:endParaRPr kumimoji="1" lang="ja-JP" altLang="en-US" sz="2800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09008F0-7920-0E6F-A85A-4F24ACD2E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6548" y="2619496"/>
            <a:ext cx="8088849" cy="3997828"/>
          </a:xfrm>
        </p:spPr>
        <p:txBody>
          <a:bodyPr/>
          <a:lstStyle/>
          <a:p>
            <a:r>
              <a:rPr lang="ja-JP" altLang="en-US" sz="2400" dirty="0"/>
              <a:t>「寝たきりにならないように</a:t>
            </a:r>
            <a:r>
              <a:rPr lang="ja-JP" altLang="en-US" sz="2400" dirty="0">
                <a:solidFill>
                  <a:srgbClr val="00B0F0"/>
                </a:solidFill>
              </a:rPr>
              <a:t>歩いてもらう」</a:t>
            </a:r>
            <a:r>
              <a:rPr lang="ja-JP" altLang="en-US" sz="2400" dirty="0"/>
              <a:t>＝リスクは？</a:t>
            </a:r>
            <a:endParaRPr lang="en-US" altLang="ja-JP" sz="2400" dirty="0"/>
          </a:p>
          <a:p>
            <a:pPr marL="6160" indent="0">
              <a:buNone/>
            </a:pPr>
            <a:endParaRPr lang="en-US" altLang="ja-JP" sz="2400" dirty="0"/>
          </a:p>
          <a:p>
            <a:pPr marL="6160" indent="0">
              <a:buNone/>
            </a:pPr>
            <a:endParaRPr lang="en-US" altLang="ja-JP" sz="2400" dirty="0"/>
          </a:p>
          <a:p>
            <a:pPr marL="6160" indent="0">
              <a:buNone/>
            </a:pPr>
            <a:endParaRPr lang="en-US" altLang="ja-JP" sz="2400" dirty="0"/>
          </a:p>
          <a:p>
            <a:pPr marL="6160" indent="0">
              <a:buNone/>
            </a:pPr>
            <a:endParaRPr lang="en-US" altLang="ja-JP" sz="2400" dirty="0"/>
          </a:p>
          <a:p>
            <a:pPr marL="6160" indent="0">
              <a:buNone/>
            </a:pPr>
            <a:r>
              <a:rPr lang="en-US" altLang="ja-JP" sz="2400" dirty="0"/>
              <a:t>※</a:t>
            </a:r>
            <a:r>
              <a:rPr lang="ja-JP" altLang="en-US" sz="2400" dirty="0"/>
              <a:t>起こってしまったら危険度が高い</a:t>
            </a:r>
            <a:r>
              <a:rPr lang="ja-JP" altLang="en-US" sz="2400"/>
              <a:t>ものはカルテ情報収集、上司・先輩に相談して慎重</a:t>
            </a:r>
            <a:r>
              <a:rPr lang="ja-JP" altLang="en-US" sz="2400" dirty="0"/>
              <a:t>に離床を</a:t>
            </a:r>
            <a:r>
              <a:rPr lang="ja-JP" altLang="en-US" sz="2400"/>
              <a:t>検討する。　　　　　　　　　　　　　　　</a:t>
            </a:r>
            <a:endParaRPr lang="en-US" altLang="ja-JP" sz="2400" dirty="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D2FBD70-6D37-25B7-2904-632154923DEF}"/>
              </a:ext>
            </a:extLst>
          </p:cNvPr>
          <p:cNvSpPr/>
          <p:nvPr/>
        </p:nvSpPr>
        <p:spPr>
          <a:xfrm>
            <a:off x="4123805" y="3764399"/>
            <a:ext cx="5163590" cy="14032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400" dirty="0"/>
              <a:t>やってみないと</a:t>
            </a:r>
            <a:endParaRPr kumimoji="1" lang="en-US" altLang="ja-JP" sz="4400" dirty="0"/>
          </a:p>
          <a:p>
            <a:pPr algn="ctr"/>
            <a:r>
              <a:rPr kumimoji="1" lang="ja-JP" altLang="en-US" sz="4400" dirty="0"/>
              <a:t>分からない</a:t>
            </a:r>
          </a:p>
        </p:txBody>
      </p:sp>
    </p:spTree>
    <p:extLst>
      <p:ext uri="{BB962C8B-B14F-4D97-AF65-F5344CB8AC3E}">
        <p14:creationId xmlns:p14="http://schemas.microsoft.com/office/powerpoint/2010/main" val="3360187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62E72-E6CA-3AD9-C88F-061A1F7E7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68982D-8402-ACAD-EEE9-1681E8B5F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000" dirty="0"/>
              <a:t>①　活動の医学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C68FB66-FA1D-B1CB-BD7A-7F35E4CF8332}"/>
              </a:ext>
            </a:extLst>
          </p:cNvPr>
          <p:cNvSpPr txBox="1"/>
          <p:nvPr/>
        </p:nvSpPr>
        <p:spPr>
          <a:xfrm>
            <a:off x="2611808" y="1763487"/>
            <a:ext cx="40543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/>
              <a:t>設定：リハビリあり</a:t>
            </a:r>
            <a:endParaRPr kumimoji="1" lang="ja-JP" altLang="en-US" sz="2800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0AF98CE-7C6B-D34B-BF92-56D75D58F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1807" y="2321167"/>
            <a:ext cx="8088849" cy="3997828"/>
          </a:xfrm>
        </p:spPr>
        <p:txBody>
          <a:bodyPr/>
          <a:lstStyle/>
          <a:p>
            <a:r>
              <a:rPr lang="ja-JP" altLang="en-US" sz="2400" dirty="0"/>
              <a:t>「寝たきりにならないように</a:t>
            </a:r>
            <a:r>
              <a:rPr lang="ja-JP" altLang="en-US" sz="2400" dirty="0">
                <a:solidFill>
                  <a:srgbClr val="00B0F0"/>
                </a:solidFill>
              </a:rPr>
              <a:t>歩いてもらう」</a:t>
            </a:r>
            <a:r>
              <a:rPr lang="ja-JP" altLang="en-US" sz="2400" dirty="0"/>
              <a:t>＝リスクは？</a:t>
            </a:r>
            <a:endParaRPr lang="en-US" altLang="ja-JP" sz="2400" dirty="0"/>
          </a:p>
          <a:p>
            <a:pPr marL="6160" indent="0">
              <a:buNone/>
            </a:pPr>
            <a:r>
              <a:rPr lang="ja-JP" altLang="en-US" dirty="0"/>
              <a:t>　　　　　</a:t>
            </a:r>
            <a:endParaRPr lang="en-US" altLang="ja-JP" dirty="0"/>
          </a:p>
          <a:p>
            <a:pPr marL="6160" indent="0">
              <a:buNone/>
            </a:pPr>
            <a:r>
              <a:rPr lang="ja-JP" altLang="en-US" dirty="0"/>
              <a:t>・肺が悪い所に歩行すると血中酸素が下がる？</a:t>
            </a:r>
            <a:endParaRPr lang="en-US" altLang="ja-JP" dirty="0"/>
          </a:p>
          <a:p>
            <a:pPr marL="6160" indent="0">
              <a:buNone/>
            </a:pPr>
            <a:r>
              <a:rPr lang="ja-JP" altLang="en-US" dirty="0"/>
              <a:t>　　　　　　　→パルスオキシメーターをつけて徐々に離床してみる</a:t>
            </a:r>
            <a:endParaRPr lang="en-US" altLang="ja-JP" dirty="0"/>
          </a:p>
          <a:p>
            <a:pPr marL="6160" indent="0">
              <a:buNone/>
            </a:pPr>
            <a:r>
              <a:rPr lang="ja-JP" altLang="en-US" dirty="0"/>
              <a:t>・敗血症だったら立つと血圧低下する？</a:t>
            </a:r>
            <a:endParaRPr lang="en-US" altLang="ja-JP" dirty="0"/>
          </a:p>
          <a:p>
            <a:pPr marL="6160" indent="0">
              <a:buNone/>
            </a:pPr>
            <a:r>
              <a:rPr lang="ja-JP" altLang="en-US" dirty="0"/>
              <a:t>　　　　　　　→血圧を測りながら徐々に離床してみる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0678175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F5398-6471-67CE-AAB3-1B3DFA08D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75BBA9-EC4A-2E25-90FC-C2E974734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000" dirty="0"/>
              <a:t>①　活動の医学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8C50B04-2798-D24E-53B0-113369CE13D7}"/>
              </a:ext>
            </a:extLst>
          </p:cNvPr>
          <p:cNvSpPr txBox="1"/>
          <p:nvPr/>
        </p:nvSpPr>
        <p:spPr>
          <a:xfrm>
            <a:off x="2611808" y="1763487"/>
            <a:ext cx="40543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/>
              <a:t>設定：リハビリあり</a:t>
            </a:r>
            <a:endParaRPr kumimoji="1" lang="ja-JP" altLang="en-US" sz="2800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2D64E8E-AFA7-1B0F-E8FB-218F06297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1807" y="2321167"/>
            <a:ext cx="8088849" cy="3997828"/>
          </a:xfrm>
        </p:spPr>
        <p:txBody>
          <a:bodyPr/>
          <a:lstStyle/>
          <a:p>
            <a:pPr marL="6160" indent="0">
              <a:buNone/>
            </a:pPr>
            <a:r>
              <a:rPr lang="ja-JP" altLang="en-US" dirty="0"/>
              <a:t>・肺が悪い所に歩行すると血中酸素が下がる？</a:t>
            </a:r>
            <a:endParaRPr lang="en-US" altLang="ja-JP" dirty="0"/>
          </a:p>
          <a:p>
            <a:pPr marL="6160" indent="0">
              <a:buNone/>
            </a:pPr>
            <a:r>
              <a:rPr lang="ja-JP" altLang="en-US" dirty="0"/>
              <a:t>　　　　　　　→パルスオキシメーターをつけて徐々に離床してみる</a:t>
            </a:r>
            <a:endParaRPr lang="en-US" altLang="ja-JP" dirty="0"/>
          </a:p>
          <a:p>
            <a:pPr marL="6160" indent="0">
              <a:buNone/>
            </a:pPr>
            <a:r>
              <a:rPr lang="ja-JP" altLang="en-US" dirty="0"/>
              <a:t>　　　　　　　　　　　　　　→値が下がって呼吸苦出たらやめればいい</a:t>
            </a:r>
            <a:endParaRPr lang="en-US" altLang="ja-JP" dirty="0"/>
          </a:p>
          <a:p>
            <a:pPr marL="6160" indent="0">
              <a:buNone/>
            </a:pPr>
            <a:r>
              <a:rPr lang="ja-JP" altLang="en-US" dirty="0"/>
              <a:t>・敗血症だったら立つと血圧低下する？</a:t>
            </a:r>
            <a:endParaRPr lang="en-US" altLang="ja-JP" dirty="0"/>
          </a:p>
          <a:p>
            <a:pPr marL="6160" indent="0">
              <a:buNone/>
            </a:pPr>
            <a:r>
              <a:rPr lang="ja-JP" altLang="en-US" dirty="0"/>
              <a:t>　　　　　　　→血圧を測りながら徐々に離床してみる</a:t>
            </a:r>
            <a:endParaRPr lang="en-US" altLang="ja-JP" dirty="0"/>
          </a:p>
          <a:p>
            <a:pPr marL="6160" indent="0">
              <a:buNone/>
            </a:pPr>
            <a:r>
              <a:rPr lang="ja-JP" altLang="en-US" dirty="0"/>
              <a:t>　　　　　　　　　　　　　　→血圧が下がったらすぐに横になってもらえばいい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6885465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48219-EDA8-5DBB-143E-1153DCCF6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309DC9-4AE0-416A-53BB-0C325CA3A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000" dirty="0"/>
              <a:t>①　活動の医学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22B8CD7C-8C18-8FE3-5A8F-315120B03D69}"/>
              </a:ext>
            </a:extLst>
          </p:cNvPr>
          <p:cNvSpPr/>
          <p:nvPr/>
        </p:nvSpPr>
        <p:spPr>
          <a:xfrm>
            <a:off x="8632372" y="2177143"/>
            <a:ext cx="1277257" cy="188322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 dirty="0">
                <a:solidFill>
                  <a:schemeClr val="accent1"/>
                </a:solidFill>
              </a:rPr>
              <a:t>生</a:t>
            </a:r>
            <a:endParaRPr kumimoji="1" lang="en-US" altLang="ja-JP" sz="4800" dirty="0">
              <a:solidFill>
                <a:schemeClr val="accent1"/>
              </a:solidFill>
            </a:endParaRPr>
          </a:p>
          <a:p>
            <a:pPr algn="ctr"/>
            <a:r>
              <a:rPr kumimoji="1" lang="ja-JP" altLang="en-US" sz="4800" dirty="0">
                <a:solidFill>
                  <a:schemeClr val="accent1"/>
                </a:solidFill>
              </a:rPr>
              <a:t>活</a:t>
            </a:r>
          </a:p>
        </p:txBody>
      </p:sp>
      <p:graphicFrame>
        <p:nvGraphicFramePr>
          <p:cNvPr id="8" name="コンテンツ プレースホルダー 7">
            <a:extLst>
              <a:ext uri="{FF2B5EF4-FFF2-40B4-BE49-F238E27FC236}">
                <a16:creationId xmlns:a16="http://schemas.microsoft.com/office/drawing/2014/main" id="{4AE5A6CE-522B-174F-522A-D86689D59E3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7161" y="2271713"/>
          <a:ext cx="8950325" cy="3997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61DA6D7-11C7-F2A2-D17F-E45FB62548F8}"/>
              </a:ext>
            </a:extLst>
          </p:cNvPr>
          <p:cNvSpPr txBox="1"/>
          <p:nvPr/>
        </p:nvSpPr>
        <p:spPr>
          <a:xfrm>
            <a:off x="6030686" y="4452257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全身</a:t>
            </a:r>
            <a:endParaRPr kumimoji="1" lang="en-US" altLang="ja-JP" sz="32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345C6E1-8808-A99A-EDA3-A9E24A1F0C96}"/>
              </a:ext>
            </a:extLst>
          </p:cNvPr>
          <p:cNvSpPr txBox="1"/>
          <p:nvPr/>
        </p:nvSpPr>
        <p:spPr>
          <a:xfrm>
            <a:off x="7354826" y="368560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活動</a:t>
            </a:r>
            <a:endParaRPr kumimoji="1" lang="en-US" altLang="ja-JP" sz="32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9DE4BEF-9435-87C8-C192-14693FDFBE21}"/>
              </a:ext>
            </a:extLst>
          </p:cNvPr>
          <p:cNvSpPr txBox="1"/>
          <p:nvPr/>
        </p:nvSpPr>
        <p:spPr>
          <a:xfrm>
            <a:off x="1196621" y="1451636"/>
            <a:ext cx="706475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「リハは活動の医学だが、</a:t>
            </a:r>
            <a:endParaRPr kumimoji="1" lang="en-US" altLang="ja-JP" sz="2800" dirty="0"/>
          </a:p>
          <a:p>
            <a:r>
              <a:rPr kumimoji="1" lang="ja-JP" altLang="en-US" sz="2800" dirty="0"/>
              <a:t>先程の症例では採血やレントゲンも診ていた」</a:t>
            </a:r>
          </a:p>
        </p:txBody>
      </p:sp>
    </p:spTree>
    <p:extLst>
      <p:ext uri="{BB962C8B-B14F-4D97-AF65-F5344CB8AC3E}">
        <p14:creationId xmlns:p14="http://schemas.microsoft.com/office/powerpoint/2010/main" val="24194605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30C98-59C7-0455-7862-340D92C9B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48AE3F-5458-1BB1-225A-CD80046C8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000" dirty="0"/>
              <a:t>①　活動の医学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55C28396-C2D8-53D7-B22D-B5BC0A238A52}"/>
              </a:ext>
            </a:extLst>
          </p:cNvPr>
          <p:cNvSpPr/>
          <p:nvPr/>
        </p:nvSpPr>
        <p:spPr>
          <a:xfrm>
            <a:off x="8632372" y="2177143"/>
            <a:ext cx="1277257" cy="188322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 dirty="0">
                <a:solidFill>
                  <a:schemeClr val="accent1"/>
                </a:solidFill>
              </a:rPr>
              <a:t>生</a:t>
            </a:r>
            <a:endParaRPr kumimoji="1" lang="en-US" altLang="ja-JP" sz="4800" dirty="0">
              <a:solidFill>
                <a:schemeClr val="accent1"/>
              </a:solidFill>
            </a:endParaRPr>
          </a:p>
          <a:p>
            <a:pPr algn="ctr"/>
            <a:r>
              <a:rPr kumimoji="1" lang="ja-JP" altLang="en-US" sz="4800" dirty="0">
                <a:solidFill>
                  <a:schemeClr val="accent1"/>
                </a:solidFill>
              </a:rPr>
              <a:t>活</a:t>
            </a:r>
          </a:p>
        </p:txBody>
      </p:sp>
      <p:graphicFrame>
        <p:nvGraphicFramePr>
          <p:cNvPr id="8" name="コンテンツ プレースホルダー 7">
            <a:extLst>
              <a:ext uri="{FF2B5EF4-FFF2-40B4-BE49-F238E27FC236}">
                <a16:creationId xmlns:a16="http://schemas.microsoft.com/office/drawing/2014/main" id="{7C5EE797-C619-BCF3-6165-2E4AE40EF0B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7161" y="2271713"/>
          <a:ext cx="8950325" cy="3997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59106B2-8A26-F42E-CC2B-50762F05EECE}"/>
              </a:ext>
            </a:extLst>
          </p:cNvPr>
          <p:cNvSpPr txBox="1"/>
          <p:nvPr/>
        </p:nvSpPr>
        <p:spPr>
          <a:xfrm>
            <a:off x="6030686" y="4452257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全身</a:t>
            </a:r>
            <a:endParaRPr kumimoji="1" lang="en-US" altLang="ja-JP" sz="32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029B6F8-927E-A273-6B6B-DFA76306ACB8}"/>
              </a:ext>
            </a:extLst>
          </p:cNvPr>
          <p:cNvSpPr txBox="1"/>
          <p:nvPr/>
        </p:nvSpPr>
        <p:spPr>
          <a:xfrm>
            <a:off x="7354826" y="368560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活動</a:t>
            </a:r>
            <a:endParaRPr kumimoji="1" lang="en-US" altLang="ja-JP" sz="32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69F33DF-744B-541B-6F78-BBBFD46DAE0C}"/>
              </a:ext>
            </a:extLst>
          </p:cNvPr>
          <p:cNvSpPr txBox="1"/>
          <p:nvPr/>
        </p:nvSpPr>
        <p:spPr>
          <a:xfrm>
            <a:off x="1404256" y="1751893"/>
            <a:ext cx="742543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「リハ医学（セラピスト）は生活・活動だけでなく、</a:t>
            </a:r>
            <a:endParaRPr kumimoji="1" lang="en-US" altLang="ja-JP" sz="2800" dirty="0"/>
          </a:p>
          <a:p>
            <a:r>
              <a:rPr kumimoji="1" lang="ja-JP" altLang="en-US" sz="2800" dirty="0"/>
              <a:t>細胞～全身の知識も必要」</a:t>
            </a:r>
          </a:p>
        </p:txBody>
      </p:sp>
    </p:spTree>
    <p:extLst>
      <p:ext uri="{BB962C8B-B14F-4D97-AF65-F5344CB8AC3E}">
        <p14:creationId xmlns:p14="http://schemas.microsoft.com/office/powerpoint/2010/main" val="7205957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E0D0E-1192-3D31-24C4-8FAEF96F0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1BE9E5-7056-65B6-CE9E-3470B2F41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000" dirty="0"/>
              <a:t>①　活動の医学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CA77713-539F-C485-4DDD-78E9478A8832}"/>
              </a:ext>
            </a:extLst>
          </p:cNvPr>
          <p:cNvSpPr txBox="1"/>
          <p:nvPr/>
        </p:nvSpPr>
        <p:spPr>
          <a:xfrm>
            <a:off x="2611808" y="1763487"/>
            <a:ext cx="52565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/>
              <a:t>リハ医学（セラピスト）は</a:t>
            </a:r>
            <a:endParaRPr kumimoji="1" lang="ja-JP" altLang="en-US" sz="2800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12FFF43-CF70-3C67-D30E-1F4ABAF72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1808" y="2321167"/>
            <a:ext cx="7796540" cy="3997828"/>
          </a:xfrm>
        </p:spPr>
        <p:txBody>
          <a:bodyPr>
            <a:normAutofit/>
          </a:bodyPr>
          <a:lstStyle/>
          <a:p>
            <a:r>
              <a:rPr lang="ja-JP" altLang="en-US" sz="2800" dirty="0"/>
              <a:t>「活動のスペシャリスト」</a:t>
            </a:r>
            <a:endParaRPr lang="en-US" altLang="ja-JP" sz="2800" dirty="0"/>
          </a:p>
          <a:p>
            <a:r>
              <a:rPr lang="ja-JP" altLang="en-US" sz="2800" dirty="0"/>
              <a:t>「他科の知識にも精通しているジェネラリスト」</a:t>
            </a:r>
            <a:endParaRPr lang="en-US" altLang="ja-JP" sz="2800" dirty="0"/>
          </a:p>
          <a:p>
            <a:pPr marL="6160" indent="0">
              <a:buNone/>
            </a:pPr>
            <a:r>
              <a:rPr lang="en-US" altLang="ja-JP" dirty="0"/>
              <a:t>※</a:t>
            </a:r>
            <a:r>
              <a:rPr lang="ja-JP" altLang="en-US" dirty="0"/>
              <a:t>脳神経外科、血液内科、小児科など専門とする年齢・臓器別の医学ではない。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1927004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マディソン">
  <a:themeElements>
    <a:clrScheme name="Madison">
      <a:dk1>
        <a:sysClr val="windowText" lastClr="000000"/>
      </a:dk1>
      <a:lt1>
        <a:sysClr val="window" lastClr="FFFFFF"/>
      </a:lt1>
      <a:dk2>
        <a:srgbClr val="1F282E"/>
      </a:dk2>
      <a:lt2>
        <a:srgbClr val="C2F5FC"/>
      </a:lt2>
      <a:accent1>
        <a:srgbClr val="4091F3"/>
      </a:accent1>
      <a:accent2>
        <a:srgbClr val="8BBCF1"/>
      </a:accent2>
      <a:accent3>
        <a:srgbClr val="CB6A6A"/>
      </a:accent3>
      <a:accent4>
        <a:srgbClr val="C567AF"/>
      </a:accent4>
      <a:accent5>
        <a:srgbClr val="A684F9"/>
      </a:accent5>
      <a:accent6>
        <a:srgbClr val="A9ACEE"/>
      </a:accent6>
      <a:hlink>
        <a:srgbClr val="6D9CC5"/>
      </a:hlink>
      <a:folHlink>
        <a:srgbClr val="6D82A0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178B2DAB-5DDE-4060-A857-D2E1CDA925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TM16401375[[fn=マディソン]]</Template>
  <TotalTime>1824</TotalTime>
  <Words>1666</Words>
  <Application>Microsoft Office PowerPoint</Application>
  <PresentationFormat>ワイド画面</PresentationFormat>
  <Paragraphs>262</Paragraphs>
  <Slides>36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36</vt:i4>
      </vt:variant>
    </vt:vector>
  </HeadingPairs>
  <TitlesOfParts>
    <vt:vector size="41" baseType="lpstr">
      <vt:lpstr>Arial</vt:lpstr>
      <vt:lpstr>MS Shell Dlg 2</vt:lpstr>
      <vt:lpstr>Wingdings</vt:lpstr>
      <vt:lpstr>Wingdings 3</vt:lpstr>
      <vt:lpstr>マディソン</vt:lpstr>
      <vt:lpstr>はじめての リハビリテーション医学  ～リハビリは活動の医学～</vt:lpstr>
      <vt:lpstr>はじめての リハビリテーション医学  ～リハビリの６つの特徴～</vt:lpstr>
      <vt:lpstr>リハビリテーションの6つの特徴</vt:lpstr>
      <vt:lpstr> リハビリの６つの特徴 ①　活動の医学（理論編）</vt:lpstr>
      <vt:lpstr>①　活動の医学</vt:lpstr>
      <vt:lpstr>①　活動の医学</vt:lpstr>
      <vt:lpstr>①　活動の医学</vt:lpstr>
      <vt:lpstr>①　活動の医学</vt:lpstr>
      <vt:lpstr>①　活動の医学</vt:lpstr>
      <vt:lpstr>①　活動の医学</vt:lpstr>
      <vt:lpstr>①　活動の医学</vt:lpstr>
      <vt:lpstr>①　活動の医学</vt:lpstr>
      <vt:lpstr> リハは活動・生活に介入し、 細胞レベルにまで影響 →活動の医学</vt:lpstr>
      <vt:lpstr> リハビリの６つの特徴 ①　活動の医学（臨床編）</vt:lpstr>
      <vt:lpstr>①　活動の医学</vt:lpstr>
      <vt:lpstr>①　活動の医学</vt:lpstr>
      <vt:lpstr>①　活動の医学</vt:lpstr>
      <vt:lpstr>①　活動の医学</vt:lpstr>
      <vt:lpstr>①　活動の医学</vt:lpstr>
      <vt:lpstr>①　活動の医学</vt:lpstr>
      <vt:lpstr>①　活動の医学</vt:lpstr>
      <vt:lpstr>①　活動の医学</vt:lpstr>
      <vt:lpstr>①　活動の医学</vt:lpstr>
      <vt:lpstr>①　活動の医学</vt:lpstr>
      <vt:lpstr>①　活動の医学</vt:lpstr>
      <vt:lpstr>①　活動の医学</vt:lpstr>
      <vt:lpstr>①　活動の医学</vt:lpstr>
      <vt:lpstr>①　活動の医学</vt:lpstr>
      <vt:lpstr>①　活動の医学</vt:lpstr>
      <vt:lpstr>①　活動の医学</vt:lpstr>
      <vt:lpstr>①　活動の医学</vt:lpstr>
      <vt:lpstr>①　活動の医学</vt:lpstr>
      <vt:lpstr>①　活動の医学</vt:lpstr>
      <vt:lpstr>①　活動の医学</vt:lpstr>
      <vt:lpstr>①　活動の医学</vt:lpstr>
      <vt:lpstr>①　活動の医学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大地 小川</dc:creator>
  <cp:lastModifiedBy>大地 小川</cp:lastModifiedBy>
  <cp:revision>2</cp:revision>
  <dcterms:created xsi:type="dcterms:W3CDTF">2025-07-27T05:42:24Z</dcterms:created>
  <dcterms:modified xsi:type="dcterms:W3CDTF">2026-03-01T10:16:31Z</dcterms:modified>
</cp:coreProperties>
</file>