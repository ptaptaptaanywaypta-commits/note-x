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4" r:id="rId3"/>
    <p:sldId id="270" r:id="rId4"/>
    <p:sldId id="352" r:id="rId5"/>
    <p:sldId id="322" r:id="rId6"/>
    <p:sldId id="257" r:id="rId7"/>
    <p:sldId id="311" r:id="rId8"/>
    <p:sldId id="312" r:id="rId9"/>
    <p:sldId id="361" r:id="rId10"/>
    <p:sldId id="362" r:id="rId11"/>
    <p:sldId id="363" r:id="rId12"/>
    <p:sldId id="315" r:id="rId13"/>
    <p:sldId id="354" r:id="rId14"/>
    <p:sldId id="357" r:id="rId15"/>
    <p:sldId id="359" r:id="rId16"/>
    <p:sldId id="358" r:id="rId17"/>
    <p:sldId id="360" r:id="rId18"/>
    <p:sldId id="355" r:id="rId19"/>
    <p:sldId id="356" r:id="rId20"/>
    <p:sldId id="323" r:id="rId21"/>
    <p:sldId id="364" r:id="rId22"/>
    <p:sldId id="366" r:id="rId23"/>
    <p:sldId id="367" r:id="rId24"/>
    <p:sldId id="369" r:id="rId25"/>
    <p:sldId id="371" r:id="rId26"/>
    <p:sldId id="365" r:id="rId27"/>
    <p:sldId id="372" r:id="rId28"/>
    <p:sldId id="37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C4592-790E-4AA8-8E39-F3206B679D6B}" v="76" dt="2026-03-01T14:23:26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地 小川" userId="a6da3c8378232b48" providerId="LiveId" clId="{217EE47A-543E-44CF-82F7-05B0EAB7D1DD}"/>
    <pc:docChg chg="undo redo custSel addSld delSld modSld sldOrd">
      <pc:chgData name="大地 小川" userId="a6da3c8378232b48" providerId="LiveId" clId="{217EE47A-543E-44CF-82F7-05B0EAB7D1DD}" dt="2026-03-01T14:24:19.070" v="18101" actId="403"/>
      <pc:docMkLst>
        <pc:docMk/>
      </pc:docMkLst>
      <pc:sldChg chg="modSp mod">
        <pc:chgData name="大地 小川" userId="a6da3c8378232b48" providerId="LiveId" clId="{217EE47A-543E-44CF-82F7-05B0EAB7D1DD}" dt="2026-02-18T07:16:00.661" v="11007" actId="20577"/>
        <pc:sldMkLst>
          <pc:docMk/>
          <pc:sldMk cId="2678890242" sldId="256"/>
        </pc:sldMkLst>
        <pc:spChg chg="mod">
          <ac:chgData name="大地 小川" userId="a6da3c8378232b48" providerId="LiveId" clId="{217EE47A-543E-44CF-82F7-05B0EAB7D1DD}" dt="2026-02-18T07:16:00.661" v="11007" actId="20577"/>
          <ac:spMkLst>
            <pc:docMk/>
            <pc:sldMk cId="2678890242" sldId="256"/>
            <ac:spMk id="2" creationId="{403A38E0-50FC-01F7-1523-E95DBD522E61}"/>
          </ac:spMkLst>
        </pc:spChg>
      </pc:sldChg>
      <pc:sldChg chg="modSp mod">
        <pc:chgData name="大地 小川" userId="a6da3c8378232b48" providerId="LiveId" clId="{217EE47A-543E-44CF-82F7-05B0EAB7D1DD}" dt="2026-03-01T10:29:52.437" v="11483" actId="113"/>
        <pc:sldMkLst>
          <pc:docMk/>
          <pc:sldMk cId="3591671520" sldId="257"/>
        </pc:sldMkLst>
        <pc:spChg chg="mod">
          <ac:chgData name="大地 小川" userId="a6da3c8378232b48" providerId="LiveId" clId="{217EE47A-543E-44CF-82F7-05B0EAB7D1DD}" dt="2026-03-01T10:29:52.437" v="11483" actId="113"/>
          <ac:spMkLst>
            <pc:docMk/>
            <pc:sldMk cId="3591671520" sldId="257"/>
            <ac:spMk id="2" creationId="{C9499E1E-6F27-5941-78AA-46CF8BC27B18}"/>
          </ac:spMkLst>
        </pc:spChg>
        <pc:spChg chg="mod">
          <ac:chgData name="大地 小川" userId="a6da3c8378232b48" providerId="LiveId" clId="{217EE47A-543E-44CF-82F7-05B0EAB7D1DD}" dt="2026-02-10T16:42:10.689" v="3449" actId="13822"/>
          <ac:spMkLst>
            <pc:docMk/>
            <pc:sldMk cId="3591671520" sldId="257"/>
            <ac:spMk id="7" creationId="{1561912A-1768-FEF4-95A2-8E5B62057D7A}"/>
          </ac:spMkLst>
        </pc:spChg>
        <pc:graphicFrameChg chg="mod">
          <ac:chgData name="大地 小川" userId="a6da3c8378232b48" providerId="LiveId" clId="{217EE47A-543E-44CF-82F7-05B0EAB7D1DD}" dt="2026-02-10T16:42:01.389" v="3448" actId="13822"/>
          <ac:graphicFrameMkLst>
            <pc:docMk/>
            <pc:sldMk cId="3591671520" sldId="257"/>
            <ac:graphicFrameMk id="8" creationId="{A9969FD3-7A93-333C-5D34-6C26CB493A8B}"/>
          </ac:graphicFrameMkLst>
        </pc:graphicFrameChg>
      </pc:sldChg>
      <pc:sldChg chg="modSp mod">
        <pc:chgData name="大地 小川" userId="a6da3c8378232b48" providerId="LiveId" clId="{217EE47A-543E-44CF-82F7-05B0EAB7D1DD}" dt="2026-03-01T10:17:48.039" v="11226" actId="403"/>
        <pc:sldMkLst>
          <pc:docMk/>
          <pc:sldMk cId="598434610" sldId="270"/>
        </pc:sldMkLst>
        <pc:spChg chg="mod">
          <ac:chgData name="大地 小川" userId="a6da3c8378232b48" providerId="LiveId" clId="{217EE47A-543E-44CF-82F7-05B0EAB7D1DD}" dt="2026-03-01T10:17:48.039" v="11226" actId="403"/>
          <ac:spMkLst>
            <pc:docMk/>
            <pc:sldMk cId="598434610" sldId="270"/>
            <ac:spMk id="4" creationId="{640426B4-293D-1B15-9AC4-1FF002256BB7}"/>
          </ac:spMkLst>
        </pc:spChg>
      </pc:sldChg>
      <pc:sldChg chg="modSp add mod">
        <pc:chgData name="大地 小川" userId="a6da3c8378232b48" providerId="LiveId" clId="{217EE47A-543E-44CF-82F7-05B0EAB7D1DD}" dt="2026-03-01T10:29:44.556" v="11482" actId="113"/>
        <pc:sldMkLst>
          <pc:docMk/>
          <pc:sldMk cId="1907744444" sldId="311"/>
        </pc:sldMkLst>
        <pc:spChg chg="mod">
          <ac:chgData name="大地 小川" userId="a6da3c8378232b48" providerId="LiveId" clId="{217EE47A-543E-44CF-82F7-05B0EAB7D1DD}" dt="2026-03-01T10:29:44.556" v="11482" actId="113"/>
          <ac:spMkLst>
            <pc:docMk/>
            <pc:sldMk cId="1907744444" sldId="311"/>
            <ac:spMk id="2" creationId="{43AE4B04-19BD-D4DD-F0E4-3D65AA703B04}"/>
          </ac:spMkLst>
        </pc:spChg>
        <pc:spChg chg="mod">
          <ac:chgData name="大地 小川" userId="a6da3c8378232b48" providerId="LiveId" clId="{217EE47A-543E-44CF-82F7-05B0EAB7D1DD}" dt="2026-02-10T16:44:26.278" v="3469" actId="13822"/>
          <ac:spMkLst>
            <pc:docMk/>
            <pc:sldMk cId="1907744444" sldId="311"/>
            <ac:spMk id="7" creationId="{167333A8-B121-2ED5-2817-C4B0C5AE3C1C}"/>
          </ac:spMkLst>
        </pc:spChg>
        <pc:spChg chg="mod">
          <ac:chgData name="大地 小川" userId="a6da3c8378232b48" providerId="LiveId" clId="{217EE47A-543E-44CF-82F7-05B0EAB7D1DD}" dt="2026-02-10T14:15:21.284" v="255" actId="1076"/>
          <ac:spMkLst>
            <pc:docMk/>
            <pc:sldMk cId="1907744444" sldId="311"/>
            <ac:spMk id="9" creationId="{778ACD68-64AD-062B-626D-E4B8EBC2B817}"/>
          </ac:spMkLst>
        </pc:spChg>
        <pc:spChg chg="mod">
          <ac:chgData name="大地 小川" userId="a6da3c8378232b48" providerId="LiveId" clId="{217EE47A-543E-44CF-82F7-05B0EAB7D1DD}" dt="2026-02-10T14:15:16.609" v="254" actId="1076"/>
          <ac:spMkLst>
            <pc:docMk/>
            <pc:sldMk cId="1907744444" sldId="311"/>
            <ac:spMk id="10" creationId="{2F5AA020-2F21-6C1A-B135-EDE4B7B95A81}"/>
          </ac:spMkLst>
        </pc:spChg>
        <pc:spChg chg="mod">
          <ac:chgData name="大地 小川" userId="a6da3c8378232b48" providerId="LiveId" clId="{217EE47A-543E-44CF-82F7-05B0EAB7D1DD}" dt="2026-02-10T14:16:11.284" v="284" actId="20577"/>
          <ac:spMkLst>
            <pc:docMk/>
            <pc:sldMk cId="1907744444" sldId="311"/>
            <ac:spMk id="11" creationId="{4294243B-23AD-0B73-6ABB-B89BB4D53376}"/>
          </ac:spMkLst>
        </pc:spChg>
        <pc:graphicFrameChg chg="mod">
          <ac:chgData name="大地 小川" userId="a6da3c8378232b48" providerId="LiveId" clId="{217EE47A-543E-44CF-82F7-05B0EAB7D1DD}" dt="2026-02-10T14:16:29.034" v="296"/>
          <ac:graphicFrameMkLst>
            <pc:docMk/>
            <pc:sldMk cId="1907744444" sldId="311"/>
            <ac:graphicFrameMk id="8" creationId="{52A2DCA3-456A-6A68-BEF1-82C7DA43D966}"/>
          </ac:graphicFrameMkLst>
        </pc:graphicFrameChg>
      </pc:sldChg>
      <pc:sldChg chg="addSp modSp add mod">
        <pc:chgData name="大地 小川" userId="a6da3c8378232b48" providerId="LiveId" clId="{217EE47A-543E-44CF-82F7-05B0EAB7D1DD}" dt="2026-03-01T10:30:05.054" v="11492" actId="113"/>
        <pc:sldMkLst>
          <pc:docMk/>
          <pc:sldMk cId="1831526883" sldId="312"/>
        </pc:sldMkLst>
        <pc:spChg chg="mod">
          <ac:chgData name="大地 小川" userId="a6da3c8378232b48" providerId="LiveId" clId="{217EE47A-543E-44CF-82F7-05B0EAB7D1DD}" dt="2026-03-01T10:30:05.054" v="11492" actId="113"/>
          <ac:spMkLst>
            <pc:docMk/>
            <pc:sldMk cId="1831526883" sldId="312"/>
            <ac:spMk id="2" creationId="{C5826875-5FD8-AC96-4395-DFD6CC71552F}"/>
          </ac:spMkLst>
        </pc:spChg>
        <pc:spChg chg="add mod">
          <ac:chgData name="大地 小川" userId="a6da3c8378232b48" providerId="LiveId" clId="{217EE47A-543E-44CF-82F7-05B0EAB7D1DD}" dt="2026-02-10T14:18:49.333" v="421" actId="1035"/>
          <ac:spMkLst>
            <pc:docMk/>
            <pc:sldMk cId="1831526883" sldId="312"/>
            <ac:spMk id="3" creationId="{0C53EE17-9F58-B2EE-43C3-B839778F3FBE}"/>
          </ac:spMkLst>
        </pc:spChg>
        <pc:spChg chg="mod">
          <ac:chgData name="大地 小川" userId="a6da3c8378232b48" providerId="LiveId" clId="{217EE47A-543E-44CF-82F7-05B0EAB7D1DD}" dt="2026-02-10T16:44:57.675" v="3471" actId="207"/>
          <ac:spMkLst>
            <pc:docMk/>
            <pc:sldMk cId="1831526883" sldId="312"/>
            <ac:spMk id="7" creationId="{714EA46C-3E37-C192-54AB-62549DA87CE4}"/>
          </ac:spMkLst>
        </pc:spChg>
        <pc:spChg chg="mod">
          <ac:chgData name="大地 小川" userId="a6da3c8378232b48" providerId="LiveId" clId="{217EE47A-543E-44CF-82F7-05B0EAB7D1DD}" dt="2026-02-10T14:28:59.910" v="466" actId="6549"/>
          <ac:spMkLst>
            <pc:docMk/>
            <pc:sldMk cId="1831526883" sldId="312"/>
            <ac:spMk id="11" creationId="{AF2B76F5-B79B-7AE5-5EE4-CCA0B0AB2272}"/>
          </ac:spMkLst>
        </pc:spChg>
      </pc:sldChg>
      <pc:sldChg chg="addSp delSp modSp add del mod">
        <pc:chgData name="大地 小川" userId="a6da3c8378232b48" providerId="LiveId" clId="{217EE47A-543E-44CF-82F7-05B0EAB7D1DD}" dt="2026-03-01T12:46:23.284" v="14625" actId="47"/>
        <pc:sldMkLst>
          <pc:docMk/>
          <pc:sldMk cId="2847971454" sldId="314"/>
        </pc:sldMkLst>
      </pc:sldChg>
      <pc:sldChg chg="addSp delSp modSp add mod">
        <pc:chgData name="大地 小川" userId="a6da3c8378232b48" providerId="LiveId" clId="{217EE47A-543E-44CF-82F7-05B0EAB7D1DD}" dt="2026-03-01T11:10:22.789" v="12125" actId="1076"/>
        <pc:sldMkLst>
          <pc:docMk/>
          <pc:sldMk cId="2808884875" sldId="315"/>
        </pc:sldMkLst>
        <pc:spChg chg="mod">
          <ac:chgData name="大地 小川" userId="a6da3c8378232b48" providerId="LiveId" clId="{217EE47A-543E-44CF-82F7-05B0EAB7D1DD}" dt="2026-03-01T10:30:12.060" v="11500"/>
          <ac:spMkLst>
            <pc:docMk/>
            <pc:sldMk cId="2808884875" sldId="315"/>
            <ac:spMk id="2" creationId="{A916BC05-F81C-F298-6A47-3B38E93D3620}"/>
          </ac:spMkLst>
        </pc:spChg>
        <pc:spChg chg="mod">
          <ac:chgData name="大地 小川" userId="a6da3c8378232b48" providerId="LiveId" clId="{217EE47A-543E-44CF-82F7-05B0EAB7D1DD}" dt="2026-03-01T11:10:11.448" v="12123" actId="1076"/>
          <ac:spMkLst>
            <pc:docMk/>
            <pc:sldMk cId="2808884875" sldId="315"/>
            <ac:spMk id="4" creationId="{614F903E-55AF-6AA5-88CA-217CAE6A35E9}"/>
          </ac:spMkLst>
        </pc:spChg>
        <pc:spChg chg="add mod">
          <ac:chgData name="大地 小川" userId="a6da3c8378232b48" providerId="LiveId" clId="{217EE47A-543E-44CF-82F7-05B0EAB7D1DD}" dt="2026-03-01T11:10:15.508" v="12124" actId="1076"/>
          <ac:spMkLst>
            <pc:docMk/>
            <pc:sldMk cId="2808884875" sldId="315"/>
            <ac:spMk id="6" creationId="{F66504D3-290F-7DBC-0B07-613ACC82C175}"/>
          </ac:spMkLst>
        </pc:spChg>
        <pc:spChg chg="add mod">
          <ac:chgData name="大地 小川" userId="a6da3c8378232b48" providerId="LiveId" clId="{217EE47A-543E-44CF-82F7-05B0EAB7D1DD}" dt="2026-03-01T11:10:22.789" v="12125" actId="1076"/>
          <ac:spMkLst>
            <pc:docMk/>
            <pc:sldMk cId="2808884875" sldId="315"/>
            <ac:spMk id="7" creationId="{655F68BD-F4CA-A501-F604-112D5E9B5A1D}"/>
          </ac:spMkLst>
        </pc:spChg>
        <pc:spChg chg="add mod">
          <ac:chgData name="大地 小川" userId="a6da3c8378232b48" providerId="LiveId" clId="{217EE47A-543E-44CF-82F7-05B0EAB7D1DD}" dt="2026-03-01T11:08:46.612" v="12054"/>
          <ac:spMkLst>
            <pc:docMk/>
            <pc:sldMk cId="2808884875" sldId="315"/>
            <ac:spMk id="8" creationId="{24820D8D-7BF3-F423-9E09-F774B9EFE211}"/>
          </ac:spMkLst>
        </pc:spChg>
        <pc:spChg chg="del mod">
          <ac:chgData name="大地 小川" userId="a6da3c8378232b48" providerId="LiveId" clId="{217EE47A-543E-44CF-82F7-05B0EAB7D1DD}" dt="2026-03-01T11:04:51.659" v="11756"/>
          <ac:spMkLst>
            <pc:docMk/>
            <pc:sldMk cId="2808884875" sldId="315"/>
            <ac:spMk id="11" creationId="{DD02714F-985D-5D5B-1694-C047ECF401DD}"/>
          </ac:spMkLst>
        </pc:spChg>
        <pc:picChg chg="add mod">
          <ac:chgData name="大地 小川" userId="a6da3c8378232b48" providerId="LiveId" clId="{217EE47A-543E-44CF-82F7-05B0EAB7D1DD}" dt="2026-03-01T11:05:11.858" v="11758" actId="1076"/>
          <ac:picMkLst>
            <pc:docMk/>
            <pc:sldMk cId="2808884875" sldId="315"/>
            <ac:picMk id="5" creationId="{82B19868-0F64-9D0D-C4CA-C5CBE3F61666}"/>
          </ac:picMkLst>
        </pc:picChg>
      </pc:sldChg>
      <pc:sldChg chg="modSp add del mod">
        <pc:chgData name="大地 小川" userId="a6da3c8378232b48" providerId="LiveId" clId="{217EE47A-543E-44CF-82F7-05B0EAB7D1DD}" dt="2026-03-01T12:46:28.312" v="14627" actId="47"/>
        <pc:sldMkLst>
          <pc:docMk/>
          <pc:sldMk cId="2205396273" sldId="317"/>
        </pc:sldMkLst>
      </pc:sldChg>
      <pc:sldChg chg="modSp add del mod">
        <pc:chgData name="大地 小川" userId="a6da3c8378232b48" providerId="LiveId" clId="{217EE47A-543E-44CF-82F7-05B0EAB7D1DD}" dt="2026-03-01T12:46:29.691" v="14628" actId="47"/>
        <pc:sldMkLst>
          <pc:docMk/>
          <pc:sldMk cId="4229952773" sldId="318"/>
        </pc:sldMkLst>
      </pc:sldChg>
      <pc:sldChg chg="add del">
        <pc:chgData name="大地 小川" userId="a6da3c8378232b48" providerId="LiveId" clId="{217EE47A-543E-44CF-82F7-05B0EAB7D1DD}" dt="2026-03-01T12:46:26.750" v="14626" actId="47"/>
        <pc:sldMkLst>
          <pc:docMk/>
          <pc:sldMk cId="2888441285" sldId="321"/>
        </pc:sldMkLst>
      </pc:sldChg>
      <pc:sldChg chg="modSp add mod">
        <pc:chgData name="大地 小川" userId="a6da3c8378232b48" providerId="LiveId" clId="{217EE47A-543E-44CF-82F7-05B0EAB7D1DD}" dt="2026-03-01T10:18:22.453" v="11289" actId="20577"/>
        <pc:sldMkLst>
          <pc:docMk/>
          <pc:sldMk cId="1200238744" sldId="322"/>
        </pc:sldMkLst>
        <pc:spChg chg="mod">
          <ac:chgData name="大地 小川" userId="a6da3c8378232b48" providerId="LiveId" clId="{217EE47A-543E-44CF-82F7-05B0EAB7D1DD}" dt="2026-03-01T10:18:22.453" v="11289" actId="20577"/>
          <ac:spMkLst>
            <pc:docMk/>
            <pc:sldMk cId="1200238744" sldId="322"/>
            <ac:spMk id="2" creationId="{4530E989-B728-DC14-78FC-525055376D5D}"/>
          </ac:spMkLst>
        </pc:spChg>
      </pc:sldChg>
      <pc:sldChg chg="modSp add mod">
        <pc:chgData name="大地 小川" userId="a6da3c8378232b48" providerId="LiveId" clId="{217EE47A-543E-44CF-82F7-05B0EAB7D1DD}" dt="2026-03-01T14:12:53.669" v="17506" actId="20577"/>
        <pc:sldMkLst>
          <pc:docMk/>
          <pc:sldMk cId="3285335079" sldId="323"/>
        </pc:sldMkLst>
        <pc:spChg chg="mod">
          <ac:chgData name="大地 小川" userId="a6da3c8378232b48" providerId="LiveId" clId="{217EE47A-543E-44CF-82F7-05B0EAB7D1DD}" dt="2026-03-01T14:12:53.669" v="17506" actId="20577"/>
          <ac:spMkLst>
            <pc:docMk/>
            <pc:sldMk cId="3285335079" sldId="323"/>
            <ac:spMk id="2" creationId="{82ABF9FA-1F49-B2B9-F2CB-90740BA18410}"/>
          </ac:spMkLst>
        </pc:spChg>
      </pc:sldChg>
      <pc:sldChg chg="addSp modSp add mod">
        <pc:chgData name="大地 小川" userId="a6da3c8378232b48" providerId="LiveId" clId="{217EE47A-543E-44CF-82F7-05B0EAB7D1DD}" dt="2026-02-18T03:35:23.709" v="3789"/>
        <pc:sldMkLst>
          <pc:docMk/>
          <pc:sldMk cId="1970108032" sldId="324"/>
        </pc:sldMkLst>
        <pc:picChg chg="add mod">
          <ac:chgData name="大地 小川" userId="a6da3c8378232b48" providerId="LiveId" clId="{217EE47A-543E-44CF-82F7-05B0EAB7D1DD}" dt="2026-02-18T03:35:23.709" v="3789"/>
          <ac:picMkLst>
            <pc:docMk/>
            <pc:sldMk cId="1970108032" sldId="324"/>
            <ac:picMk id="4" creationId="{67D43FB7-F98A-8473-5004-2DA4C1416436}"/>
          </ac:picMkLst>
        </pc:picChg>
      </pc:sldChg>
      <pc:sldChg chg="modSp add del mod ord">
        <pc:chgData name="大地 小川" userId="a6da3c8378232b48" providerId="LiveId" clId="{217EE47A-543E-44CF-82F7-05B0EAB7D1DD}" dt="2026-03-01T12:46:33.390" v="14629" actId="47"/>
        <pc:sldMkLst>
          <pc:docMk/>
          <pc:sldMk cId="2363687898" sldId="325"/>
        </pc:sldMkLst>
      </pc:sldChg>
      <pc:sldChg chg="modSp add del mod">
        <pc:chgData name="大地 小川" userId="a6da3c8378232b48" providerId="LiveId" clId="{217EE47A-543E-44CF-82F7-05B0EAB7D1DD}" dt="2026-03-01T12:46:34.446" v="14630" actId="47"/>
        <pc:sldMkLst>
          <pc:docMk/>
          <pc:sldMk cId="837749236" sldId="327"/>
        </pc:sldMkLst>
      </pc:sldChg>
      <pc:sldChg chg="addSp modSp add del mod">
        <pc:chgData name="大地 小川" userId="a6da3c8378232b48" providerId="LiveId" clId="{217EE47A-543E-44CF-82F7-05B0EAB7D1DD}" dt="2026-03-01T12:46:47.700" v="14641" actId="47"/>
        <pc:sldMkLst>
          <pc:docMk/>
          <pc:sldMk cId="2288462501" sldId="328"/>
        </pc:sldMkLst>
      </pc:sldChg>
      <pc:sldChg chg="addSp delSp modSp add del mod">
        <pc:chgData name="大地 小川" userId="a6da3c8378232b48" providerId="LiveId" clId="{217EE47A-543E-44CF-82F7-05B0EAB7D1DD}" dt="2026-03-01T12:46:35.851" v="14631" actId="47"/>
        <pc:sldMkLst>
          <pc:docMk/>
          <pc:sldMk cId="117356918" sldId="329"/>
        </pc:sldMkLst>
      </pc:sldChg>
      <pc:sldChg chg="modSp add del mod">
        <pc:chgData name="大地 小川" userId="a6da3c8378232b48" providerId="LiveId" clId="{217EE47A-543E-44CF-82F7-05B0EAB7D1DD}" dt="2026-03-01T12:46:38.567" v="14632" actId="47"/>
        <pc:sldMkLst>
          <pc:docMk/>
          <pc:sldMk cId="2797759463" sldId="330"/>
        </pc:sldMkLst>
      </pc:sldChg>
      <pc:sldChg chg="modSp add del mod">
        <pc:chgData name="大地 小川" userId="a6da3c8378232b48" providerId="LiveId" clId="{217EE47A-543E-44CF-82F7-05B0EAB7D1DD}" dt="2026-03-01T12:46:46.652" v="14640" actId="47"/>
        <pc:sldMkLst>
          <pc:docMk/>
          <pc:sldMk cId="2078272243" sldId="331"/>
        </pc:sldMkLst>
      </pc:sldChg>
      <pc:sldChg chg="addSp delSp modSp add del mod">
        <pc:chgData name="大地 小川" userId="a6da3c8378232b48" providerId="LiveId" clId="{217EE47A-543E-44CF-82F7-05B0EAB7D1DD}" dt="2026-03-01T12:46:40.042" v="14633" actId="47"/>
        <pc:sldMkLst>
          <pc:docMk/>
          <pc:sldMk cId="1659860630" sldId="332"/>
        </pc:sldMkLst>
      </pc:sldChg>
      <pc:sldChg chg="modSp add del mod">
        <pc:chgData name="大地 小川" userId="a6da3c8378232b48" providerId="LiveId" clId="{217EE47A-543E-44CF-82F7-05B0EAB7D1DD}" dt="2026-03-01T12:46:51.049" v="14642" actId="47"/>
        <pc:sldMkLst>
          <pc:docMk/>
          <pc:sldMk cId="3896857268" sldId="334"/>
        </pc:sldMkLst>
      </pc:sldChg>
      <pc:sldChg chg="addSp delSp modSp add del mod ord modClrScheme chgLayout">
        <pc:chgData name="大地 小川" userId="a6da3c8378232b48" providerId="LiveId" clId="{217EE47A-543E-44CF-82F7-05B0EAB7D1DD}" dt="2026-03-01T12:46:55.806" v="14643" actId="47"/>
        <pc:sldMkLst>
          <pc:docMk/>
          <pc:sldMk cId="2613012112" sldId="337"/>
        </pc:sldMkLst>
      </pc:sldChg>
      <pc:sldChg chg="modSp add del mod">
        <pc:chgData name="大地 小川" userId="a6da3c8378232b48" providerId="LiveId" clId="{217EE47A-543E-44CF-82F7-05B0EAB7D1DD}" dt="2026-03-01T12:46:59.850" v="14644" actId="47"/>
        <pc:sldMkLst>
          <pc:docMk/>
          <pc:sldMk cId="1739508717" sldId="338"/>
        </pc:sldMkLst>
      </pc:sldChg>
      <pc:sldChg chg="modSp add del mod">
        <pc:chgData name="大地 小川" userId="a6da3c8378232b48" providerId="LiveId" clId="{217EE47A-543E-44CF-82F7-05B0EAB7D1DD}" dt="2026-03-01T12:47:10.372" v="14647" actId="47"/>
        <pc:sldMkLst>
          <pc:docMk/>
          <pc:sldMk cId="4067817501" sldId="339"/>
        </pc:sldMkLst>
      </pc:sldChg>
      <pc:sldChg chg="modSp add del mod">
        <pc:chgData name="大地 小川" userId="a6da3c8378232b48" providerId="LiveId" clId="{217EE47A-543E-44CF-82F7-05B0EAB7D1DD}" dt="2026-03-01T12:47:11.662" v="14648" actId="47"/>
        <pc:sldMkLst>
          <pc:docMk/>
          <pc:sldMk cId="3688546570" sldId="340"/>
        </pc:sldMkLst>
      </pc:sldChg>
      <pc:sldChg chg="addSp modSp add del mod">
        <pc:chgData name="大地 小川" userId="a6da3c8378232b48" providerId="LiveId" clId="{217EE47A-543E-44CF-82F7-05B0EAB7D1DD}" dt="2026-03-01T12:47:05.176" v="14645" actId="47"/>
        <pc:sldMkLst>
          <pc:docMk/>
          <pc:sldMk cId="4186341381" sldId="341"/>
        </pc:sldMkLst>
      </pc:sldChg>
      <pc:sldChg chg="delSp modSp add del mod">
        <pc:chgData name="大地 小川" userId="a6da3c8378232b48" providerId="LiveId" clId="{217EE47A-543E-44CF-82F7-05B0EAB7D1DD}" dt="2026-03-01T12:47:07.333" v="14646" actId="47"/>
        <pc:sldMkLst>
          <pc:docMk/>
          <pc:sldMk cId="336018753" sldId="342"/>
        </pc:sldMkLst>
      </pc:sldChg>
      <pc:sldChg chg="delSp modSp add del mod">
        <pc:chgData name="大地 小川" userId="a6da3c8378232b48" providerId="LiveId" clId="{217EE47A-543E-44CF-82F7-05B0EAB7D1DD}" dt="2026-03-01T12:47:13.511" v="14650" actId="47"/>
        <pc:sldMkLst>
          <pc:docMk/>
          <pc:sldMk cId="720595722" sldId="343"/>
        </pc:sldMkLst>
      </pc:sldChg>
      <pc:sldChg chg="modSp add del mod">
        <pc:chgData name="大地 小川" userId="a6da3c8378232b48" providerId="LiveId" clId="{217EE47A-543E-44CF-82F7-05B0EAB7D1DD}" dt="2026-03-01T12:47:15.724" v="14651" actId="47"/>
        <pc:sldMkLst>
          <pc:docMk/>
          <pc:sldMk cId="2192700489" sldId="344"/>
        </pc:sldMkLst>
        <pc:spChg chg="mod">
          <ac:chgData name="大地 小川" userId="a6da3c8378232b48" providerId="LiveId" clId="{217EE47A-543E-44CF-82F7-05B0EAB7D1DD}" dt="2026-03-01T10:15:30.920" v="11213" actId="20577"/>
          <ac:spMkLst>
            <pc:docMk/>
            <pc:sldMk cId="2192700489" sldId="344"/>
            <ac:spMk id="4" creationId="{C12FFF43-CF70-3C67-D30E-1F4ABAF72B25}"/>
          </ac:spMkLst>
        </pc:spChg>
      </pc:sldChg>
      <pc:sldChg chg="modSp add del mod ord">
        <pc:chgData name="大地 小川" userId="a6da3c8378232b48" providerId="LiveId" clId="{217EE47A-543E-44CF-82F7-05B0EAB7D1DD}" dt="2026-03-01T12:47:12.366" v="14649" actId="47"/>
        <pc:sldMkLst>
          <pc:docMk/>
          <pc:sldMk cId="2419460592" sldId="345"/>
        </pc:sldMkLst>
      </pc:sldChg>
      <pc:sldChg chg="modSp add del mod">
        <pc:chgData name="大地 小川" userId="a6da3c8378232b48" providerId="LiveId" clId="{217EE47A-543E-44CF-82F7-05B0EAB7D1DD}" dt="2026-03-01T12:46:42.992" v="14635" actId="47"/>
        <pc:sldMkLst>
          <pc:docMk/>
          <pc:sldMk cId="611023996" sldId="346"/>
        </pc:sldMkLst>
      </pc:sldChg>
      <pc:sldChg chg="modSp add del mod">
        <pc:chgData name="大地 小川" userId="a6da3c8378232b48" providerId="LiveId" clId="{217EE47A-543E-44CF-82F7-05B0EAB7D1DD}" dt="2026-03-01T12:46:43.660" v="14636" actId="47"/>
        <pc:sldMkLst>
          <pc:docMk/>
          <pc:sldMk cId="1887144170" sldId="347"/>
        </pc:sldMkLst>
      </pc:sldChg>
      <pc:sldChg chg="modSp add del mod">
        <pc:chgData name="大地 小川" userId="a6da3c8378232b48" providerId="LiveId" clId="{217EE47A-543E-44CF-82F7-05B0EAB7D1DD}" dt="2026-03-01T12:46:44.208" v="14637" actId="47"/>
        <pc:sldMkLst>
          <pc:docMk/>
          <pc:sldMk cId="4234974215" sldId="348"/>
        </pc:sldMkLst>
      </pc:sldChg>
      <pc:sldChg chg="modSp add del mod">
        <pc:chgData name="大地 小川" userId="a6da3c8378232b48" providerId="LiveId" clId="{217EE47A-543E-44CF-82F7-05B0EAB7D1DD}" dt="2026-03-01T12:46:45.218" v="14638" actId="47"/>
        <pc:sldMkLst>
          <pc:docMk/>
          <pc:sldMk cId="1885250538" sldId="349"/>
        </pc:sldMkLst>
      </pc:sldChg>
      <pc:sldChg chg="modSp add del mod">
        <pc:chgData name="大地 小川" userId="a6da3c8378232b48" providerId="LiveId" clId="{217EE47A-543E-44CF-82F7-05B0EAB7D1DD}" dt="2026-03-01T12:46:46.012" v="14639" actId="47"/>
        <pc:sldMkLst>
          <pc:docMk/>
          <pc:sldMk cId="969915382" sldId="350"/>
        </pc:sldMkLst>
      </pc:sldChg>
      <pc:sldChg chg="modSp add del mod">
        <pc:chgData name="大地 小川" userId="a6da3c8378232b48" providerId="LiveId" clId="{217EE47A-543E-44CF-82F7-05B0EAB7D1DD}" dt="2026-03-01T12:46:42.149" v="14634" actId="47"/>
        <pc:sldMkLst>
          <pc:docMk/>
          <pc:sldMk cId="1129897916" sldId="351"/>
        </pc:sldMkLst>
      </pc:sldChg>
      <pc:sldChg chg="modSp add mod">
        <pc:chgData name="大地 小川" userId="a6da3c8378232b48" providerId="LiveId" clId="{217EE47A-543E-44CF-82F7-05B0EAB7D1DD}" dt="2026-03-01T10:24:03.505" v="11477" actId="20577"/>
        <pc:sldMkLst>
          <pc:docMk/>
          <pc:sldMk cId="1019139074" sldId="352"/>
        </pc:sldMkLst>
        <pc:spChg chg="mod">
          <ac:chgData name="大地 小川" userId="a6da3c8378232b48" providerId="LiveId" clId="{217EE47A-543E-44CF-82F7-05B0EAB7D1DD}" dt="2026-03-01T10:22:05.574" v="11329" actId="21"/>
          <ac:spMkLst>
            <pc:docMk/>
            <pc:sldMk cId="1019139074" sldId="352"/>
            <ac:spMk id="3" creationId="{82EF2658-DED4-80EC-7182-59884E94EC87}"/>
          </ac:spMkLst>
        </pc:spChg>
        <pc:spChg chg="mod">
          <ac:chgData name="大地 小川" userId="a6da3c8378232b48" providerId="LiveId" clId="{217EE47A-543E-44CF-82F7-05B0EAB7D1DD}" dt="2026-03-01T10:24:03.505" v="11477" actId="20577"/>
          <ac:spMkLst>
            <pc:docMk/>
            <pc:sldMk cId="1019139074" sldId="352"/>
            <ac:spMk id="4" creationId="{2E23623A-8E13-5EE5-10BB-BDF9810661D3}"/>
          </ac:spMkLst>
        </pc:spChg>
      </pc:sldChg>
      <pc:sldChg chg="addSp delSp modSp add del mod">
        <pc:chgData name="大地 小川" userId="a6da3c8378232b48" providerId="LiveId" clId="{217EE47A-543E-44CF-82F7-05B0EAB7D1DD}" dt="2026-03-01T11:28:59.541" v="13115" actId="47"/>
        <pc:sldMkLst>
          <pc:docMk/>
          <pc:sldMk cId="948482489" sldId="353"/>
        </pc:sldMkLst>
        <pc:spChg chg="mod">
          <ac:chgData name="大地 小川" userId="a6da3c8378232b48" providerId="LiveId" clId="{217EE47A-543E-44CF-82F7-05B0EAB7D1DD}" dt="2026-03-01T11:16:17.554" v="12417" actId="6549"/>
          <ac:spMkLst>
            <pc:docMk/>
            <pc:sldMk cId="948482489" sldId="353"/>
            <ac:spMk id="4" creationId="{1E52E5AD-E83C-223A-8A1E-93C37E0A4B6E}"/>
          </ac:spMkLst>
        </pc:spChg>
        <pc:spChg chg="del">
          <ac:chgData name="大地 小川" userId="a6da3c8378232b48" providerId="LiveId" clId="{217EE47A-543E-44CF-82F7-05B0EAB7D1DD}" dt="2026-03-01T11:11:21.923" v="12195" actId="478"/>
          <ac:spMkLst>
            <pc:docMk/>
            <pc:sldMk cId="948482489" sldId="353"/>
            <ac:spMk id="6" creationId="{5CA661FB-8E50-0FC1-648E-CC1582B010D2}"/>
          </ac:spMkLst>
        </pc:spChg>
        <pc:spChg chg="del">
          <ac:chgData name="大地 小川" userId="a6da3c8378232b48" providerId="LiveId" clId="{217EE47A-543E-44CF-82F7-05B0EAB7D1DD}" dt="2026-03-01T11:11:23.821" v="12196" actId="478"/>
          <ac:spMkLst>
            <pc:docMk/>
            <pc:sldMk cId="948482489" sldId="353"/>
            <ac:spMk id="7" creationId="{6C49E1D7-06BE-B76D-2250-5B9C986AE516}"/>
          </ac:spMkLst>
        </pc:spChg>
        <pc:picChg chg="add mod">
          <ac:chgData name="大地 小川" userId="a6da3c8378232b48" providerId="LiveId" clId="{217EE47A-543E-44CF-82F7-05B0EAB7D1DD}" dt="2026-03-01T11:17:07.489" v="12420" actId="1076"/>
          <ac:picMkLst>
            <pc:docMk/>
            <pc:sldMk cId="948482489" sldId="353"/>
            <ac:picMk id="3" creationId="{2FA483EA-7B4F-E559-2FC7-01BD134D828F}"/>
          </ac:picMkLst>
        </pc:picChg>
        <pc:picChg chg="del">
          <ac:chgData name="大地 小川" userId="a6da3c8378232b48" providerId="LiveId" clId="{217EE47A-543E-44CF-82F7-05B0EAB7D1DD}" dt="2026-03-01T11:08:53.122" v="12056" actId="478"/>
          <ac:picMkLst>
            <pc:docMk/>
            <pc:sldMk cId="948482489" sldId="353"/>
            <ac:picMk id="5" creationId="{5E09CCAE-420D-F262-9DCE-7D06F8886207}"/>
          </ac:picMkLst>
        </pc:picChg>
      </pc:sldChg>
      <pc:sldChg chg="modSp add mod">
        <pc:chgData name="大地 小川" userId="a6da3c8378232b48" providerId="LiveId" clId="{217EE47A-543E-44CF-82F7-05B0EAB7D1DD}" dt="2026-03-01T11:19:06.029" v="12607" actId="20577"/>
        <pc:sldMkLst>
          <pc:docMk/>
          <pc:sldMk cId="3201964892" sldId="354"/>
        </pc:sldMkLst>
        <pc:spChg chg="mod">
          <ac:chgData name="大地 小川" userId="a6da3c8378232b48" providerId="LiveId" clId="{217EE47A-543E-44CF-82F7-05B0EAB7D1DD}" dt="2026-03-01T11:19:06.029" v="12607" actId="20577"/>
          <ac:spMkLst>
            <pc:docMk/>
            <pc:sldMk cId="3201964892" sldId="354"/>
            <ac:spMk id="4" creationId="{C39EE80E-9EDD-8C7D-6241-06B08DE4E31D}"/>
          </ac:spMkLst>
        </pc:spChg>
        <pc:picChg chg="mod">
          <ac:chgData name="大地 小川" userId="a6da3c8378232b48" providerId="LiveId" clId="{217EE47A-543E-44CF-82F7-05B0EAB7D1DD}" dt="2026-03-01T11:18:53.414" v="12573" actId="1076"/>
          <ac:picMkLst>
            <pc:docMk/>
            <pc:sldMk cId="3201964892" sldId="354"/>
            <ac:picMk id="3" creationId="{12484FCE-D776-9B26-B0C3-6439A26BA005}"/>
          </ac:picMkLst>
        </pc:picChg>
      </pc:sldChg>
      <pc:sldChg chg="modSp add mod">
        <pc:chgData name="大地 小川" userId="a6da3c8378232b48" providerId="LiveId" clId="{217EE47A-543E-44CF-82F7-05B0EAB7D1DD}" dt="2026-03-01T11:21:34.747" v="12855" actId="20577"/>
        <pc:sldMkLst>
          <pc:docMk/>
          <pc:sldMk cId="2502847224" sldId="355"/>
        </pc:sldMkLst>
        <pc:spChg chg="mod">
          <ac:chgData name="大地 小川" userId="a6da3c8378232b48" providerId="LiveId" clId="{217EE47A-543E-44CF-82F7-05B0EAB7D1DD}" dt="2026-03-01T11:21:34.747" v="12855" actId="20577"/>
          <ac:spMkLst>
            <pc:docMk/>
            <pc:sldMk cId="2502847224" sldId="355"/>
            <ac:spMk id="4" creationId="{F82586B0-8E37-4AE7-138C-0DD30254B0D7}"/>
          </ac:spMkLst>
        </pc:spChg>
      </pc:sldChg>
      <pc:sldChg chg="modSp add mod">
        <pc:chgData name="大地 小川" userId="a6da3c8378232b48" providerId="LiveId" clId="{217EE47A-543E-44CF-82F7-05B0EAB7D1DD}" dt="2026-03-01T11:21:50.840" v="12863" actId="20577"/>
        <pc:sldMkLst>
          <pc:docMk/>
          <pc:sldMk cId="2921423758" sldId="356"/>
        </pc:sldMkLst>
        <pc:spChg chg="mod">
          <ac:chgData name="大地 小川" userId="a6da3c8378232b48" providerId="LiveId" clId="{217EE47A-543E-44CF-82F7-05B0EAB7D1DD}" dt="2026-03-01T11:21:50.840" v="12863" actId="20577"/>
          <ac:spMkLst>
            <pc:docMk/>
            <pc:sldMk cId="2921423758" sldId="356"/>
            <ac:spMk id="4" creationId="{E295CB19-0642-7389-938C-33A17E387C5E}"/>
          </ac:spMkLst>
        </pc:spChg>
      </pc:sldChg>
      <pc:sldChg chg="modSp add mod ord">
        <pc:chgData name="大地 小川" userId="a6da3c8378232b48" providerId="LiveId" clId="{217EE47A-543E-44CF-82F7-05B0EAB7D1DD}" dt="2026-03-01T11:39:54.596" v="13531" actId="20577"/>
        <pc:sldMkLst>
          <pc:docMk/>
          <pc:sldMk cId="3594567362" sldId="357"/>
        </pc:sldMkLst>
        <pc:spChg chg="mod">
          <ac:chgData name="大地 小川" userId="a6da3c8378232b48" providerId="LiveId" clId="{217EE47A-543E-44CF-82F7-05B0EAB7D1DD}" dt="2026-03-01T11:39:54.596" v="13531" actId="20577"/>
          <ac:spMkLst>
            <pc:docMk/>
            <pc:sldMk cId="3594567362" sldId="357"/>
            <ac:spMk id="4" creationId="{1636EBED-EAA4-A9FA-4B77-8C48735E75C9}"/>
          </ac:spMkLst>
        </pc:spChg>
      </pc:sldChg>
      <pc:sldChg chg="add del">
        <pc:chgData name="大地 小川" userId="a6da3c8378232b48" providerId="LiveId" clId="{217EE47A-543E-44CF-82F7-05B0EAB7D1DD}" dt="2026-03-01T11:26:50.767" v="13009"/>
        <pc:sldMkLst>
          <pc:docMk/>
          <pc:sldMk cId="1283662536" sldId="358"/>
        </pc:sldMkLst>
      </pc:sldChg>
      <pc:sldChg chg="modSp add mod">
        <pc:chgData name="大地 小川" userId="a6da3c8378232b48" providerId="LiveId" clId="{217EE47A-543E-44CF-82F7-05B0EAB7D1DD}" dt="2026-03-01T11:38:37.759" v="13508" actId="27636"/>
        <pc:sldMkLst>
          <pc:docMk/>
          <pc:sldMk cId="1896426500" sldId="358"/>
        </pc:sldMkLst>
        <pc:spChg chg="mod">
          <ac:chgData name="大地 小川" userId="a6da3c8378232b48" providerId="LiveId" clId="{217EE47A-543E-44CF-82F7-05B0EAB7D1DD}" dt="2026-03-01T11:38:37.759" v="13508" actId="27636"/>
          <ac:spMkLst>
            <pc:docMk/>
            <pc:sldMk cId="1896426500" sldId="358"/>
            <ac:spMk id="4" creationId="{42A47A13-E3F0-4A34-9678-41FA032C04A7}"/>
          </ac:spMkLst>
        </pc:spChg>
      </pc:sldChg>
      <pc:sldChg chg="modSp add mod">
        <pc:chgData name="大地 小川" userId="a6da3c8378232b48" providerId="LiveId" clId="{217EE47A-543E-44CF-82F7-05B0EAB7D1DD}" dt="2026-03-01T11:40:19.371" v="13539" actId="6549"/>
        <pc:sldMkLst>
          <pc:docMk/>
          <pc:sldMk cId="3912723796" sldId="359"/>
        </pc:sldMkLst>
        <pc:spChg chg="mod">
          <ac:chgData name="大地 小川" userId="a6da3c8378232b48" providerId="LiveId" clId="{217EE47A-543E-44CF-82F7-05B0EAB7D1DD}" dt="2026-03-01T11:40:19.371" v="13539" actId="6549"/>
          <ac:spMkLst>
            <pc:docMk/>
            <pc:sldMk cId="3912723796" sldId="359"/>
            <ac:spMk id="4" creationId="{88EACC35-5F68-EFE7-1B7E-E6C5706997CB}"/>
          </ac:spMkLst>
        </pc:spChg>
      </pc:sldChg>
      <pc:sldChg chg="modSp add mod">
        <pc:chgData name="大地 小川" userId="a6da3c8378232b48" providerId="LiveId" clId="{217EE47A-543E-44CF-82F7-05B0EAB7D1DD}" dt="2026-03-01T11:39:13.100" v="13527" actId="20577"/>
        <pc:sldMkLst>
          <pc:docMk/>
          <pc:sldMk cId="2706593090" sldId="360"/>
        </pc:sldMkLst>
        <pc:spChg chg="mod">
          <ac:chgData name="大地 小川" userId="a6da3c8378232b48" providerId="LiveId" clId="{217EE47A-543E-44CF-82F7-05B0EAB7D1DD}" dt="2026-03-01T11:39:13.100" v="13527" actId="20577"/>
          <ac:spMkLst>
            <pc:docMk/>
            <pc:sldMk cId="2706593090" sldId="360"/>
            <ac:spMk id="4" creationId="{6679CED8-3E00-0E02-9B7F-29FD44FA0B48}"/>
          </ac:spMkLst>
        </pc:spChg>
      </pc:sldChg>
      <pc:sldChg chg="modSp add mod">
        <pc:chgData name="大地 小川" userId="a6da3c8378232b48" providerId="LiveId" clId="{217EE47A-543E-44CF-82F7-05B0EAB7D1DD}" dt="2026-03-01T12:04:59.517" v="13691" actId="20577"/>
        <pc:sldMkLst>
          <pc:docMk/>
          <pc:sldMk cId="4100421898" sldId="361"/>
        </pc:sldMkLst>
        <pc:spChg chg="mod">
          <ac:chgData name="大地 小川" userId="a6da3c8378232b48" providerId="LiveId" clId="{217EE47A-543E-44CF-82F7-05B0EAB7D1DD}" dt="2026-03-01T12:04:59.517" v="13691" actId="20577"/>
          <ac:spMkLst>
            <pc:docMk/>
            <pc:sldMk cId="4100421898" sldId="361"/>
            <ac:spMk id="4" creationId="{6F49C7B9-5E4D-F2EC-6445-990B3B30E174}"/>
          </ac:spMkLst>
        </pc:spChg>
      </pc:sldChg>
      <pc:sldChg chg="addSp modSp add mod">
        <pc:chgData name="大地 小川" userId="a6da3c8378232b48" providerId="LiveId" clId="{217EE47A-543E-44CF-82F7-05B0EAB7D1DD}" dt="2026-03-01T12:13:40.589" v="14012" actId="1076"/>
        <pc:sldMkLst>
          <pc:docMk/>
          <pc:sldMk cId="1624302359" sldId="362"/>
        </pc:sldMkLst>
        <pc:spChg chg="add mod">
          <ac:chgData name="大地 小川" userId="a6da3c8378232b48" providerId="LiveId" clId="{217EE47A-543E-44CF-82F7-05B0EAB7D1DD}" dt="2026-03-01T12:13:40.589" v="14012" actId="1076"/>
          <ac:spMkLst>
            <pc:docMk/>
            <pc:sldMk cId="1624302359" sldId="362"/>
            <ac:spMk id="2" creationId="{E8AF5BC4-E223-37BD-9003-5101C2A3D414}"/>
          </ac:spMkLst>
        </pc:spChg>
        <pc:spChg chg="mod">
          <ac:chgData name="大地 小川" userId="a6da3c8378232b48" providerId="LiveId" clId="{217EE47A-543E-44CF-82F7-05B0EAB7D1DD}" dt="2026-03-01T12:13:36.339" v="14011" actId="20577"/>
          <ac:spMkLst>
            <pc:docMk/>
            <pc:sldMk cId="1624302359" sldId="362"/>
            <ac:spMk id="4" creationId="{6DEBF5FD-2EC1-BF90-F131-511F25E203DA}"/>
          </ac:spMkLst>
        </pc:spChg>
      </pc:sldChg>
      <pc:sldChg chg="addSp delSp modSp add mod">
        <pc:chgData name="大地 小川" userId="a6da3c8378232b48" providerId="LiveId" clId="{217EE47A-543E-44CF-82F7-05B0EAB7D1DD}" dt="2026-03-01T12:44:43.024" v="14624" actId="27636"/>
        <pc:sldMkLst>
          <pc:docMk/>
          <pc:sldMk cId="936155824" sldId="363"/>
        </pc:sldMkLst>
        <pc:spChg chg="del">
          <ac:chgData name="大地 小川" userId="a6da3c8378232b48" providerId="LiveId" clId="{217EE47A-543E-44CF-82F7-05B0EAB7D1DD}" dt="2026-03-01T12:17:18.201" v="14016" actId="478"/>
          <ac:spMkLst>
            <pc:docMk/>
            <pc:sldMk cId="936155824" sldId="363"/>
            <ac:spMk id="2" creationId="{38BEC273-F589-2FDB-8A97-10E482D6E021}"/>
          </ac:spMkLst>
        </pc:spChg>
        <pc:spChg chg="mod">
          <ac:chgData name="大地 小川" userId="a6da3c8378232b48" providerId="LiveId" clId="{217EE47A-543E-44CF-82F7-05B0EAB7D1DD}" dt="2026-03-01T12:44:43.024" v="14624" actId="27636"/>
          <ac:spMkLst>
            <pc:docMk/>
            <pc:sldMk cId="936155824" sldId="363"/>
            <ac:spMk id="4" creationId="{3262150D-DB6E-6E48-31D0-8F32CF1E48A8}"/>
          </ac:spMkLst>
        </pc:spChg>
        <pc:spChg chg="add mod">
          <ac:chgData name="大地 小川" userId="a6da3c8378232b48" providerId="LiveId" clId="{217EE47A-543E-44CF-82F7-05B0EAB7D1DD}" dt="2026-03-01T12:41:32.770" v="14502" actId="688"/>
          <ac:spMkLst>
            <pc:docMk/>
            <pc:sldMk cId="936155824" sldId="363"/>
            <ac:spMk id="10" creationId="{21C85E09-F813-1ACA-84D9-44E1D2648111}"/>
          </ac:spMkLst>
        </pc:spChg>
        <pc:spChg chg="add mod">
          <ac:chgData name="大地 小川" userId="a6da3c8378232b48" providerId="LiveId" clId="{217EE47A-543E-44CF-82F7-05B0EAB7D1DD}" dt="2026-03-01T12:39:09.015" v="14349"/>
          <ac:spMkLst>
            <pc:docMk/>
            <pc:sldMk cId="936155824" sldId="363"/>
            <ac:spMk id="15" creationId="{09016CB8-E3A5-3EEC-8557-6410D0B49EA2}"/>
          </ac:spMkLst>
        </pc:spChg>
        <pc:spChg chg="add mod">
          <ac:chgData name="大地 小川" userId="a6da3c8378232b48" providerId="LiveId" clId="{217EE47A-543E-44CF-82F7-05B0EAB7D1DD}" dt="2026-03-01T12:39:35.057" v="14497" actId="1037"/>
          <ac:spMkLst>
            <pc:docMk/>
            <pc:sldMk cId="936155824" sldId="363"/>
            <ac:spMk id="16" creationId="{77EB7895-475F-BAE8-226B-2106B71B3ABC}"/>
          </ac:spMkLst>
        </pc:spChg>
        <pc:graphicFrameChg chg="add del mod">
          <ac:chgData name="大地 小川" userId="a6da3c8378232b48" providerId="LiveId" clId="{217EE47A-543E-44CF-82F7-05B0EAB7D1DD}" dt="2026-03-01T12:34:58.536" v="14133" actId="478"/>
          <ac:graphicFrameMkLst>
            <pc:docMk/>
            <pc:sldMk cId="936155824" sldId="363"/>
            <ac:graphicFrameMk id="9" creationId="{0356D65E-DB42-CBD3-84E6-9529B99CBA5C}"/>
          </ac:graphicFrameMkLst>
        </pc:graphicFrameChg>
        <pc:cxnChg chg="add mod">
          <ac:chgData name="大地 小川" userId="a6da3c8378232b48" providerId="LiveId" clId="{217EE47A-543E-44CF-82F7-05B0EAB7D1DD}" dt="2026-03-01T12:42:27.492" v="14589" actId="208"/>
          <ac:cxnSpMkLst>
            <pc:docMk/>
            <pc:sldMk cId="936155824" sldId="363"/>
            <ac:cxnSpMk id="12" creationId="{10249DF4-0973-E15A-6914-FDEE1E31BC7A}"/>
          </ac:cxnSpMkLst>
        </pc:cxnChg>
        <pc:cxnChg chg="add mod">
          <ac:chgData name="大地 小川" userId="a6da3c8378232b48" providerId="LiveId" clId="{217EE47A-543E-44CF-82F7-05B0EAB7D1DD}" dt="2026-03-01T12:42:36.144" v="14590" actId="208"/>
          <ac:cxnSpMkLst>
            <pc:docMk/>
            <pc:sldMk cId="936155824" sldId="363"/>
            <ac:cxnSpMk id="14" creationId="{E7B62311-5D65-12C0-AE9C-1ED97428E649}"/>
          </ac:cxnSpMkLst>
        </pc:cxnChg>
        <pc:cxnChg chg="add mod">
          <ac:chgData name="大地 小川" userId="a6da3c8378232b48" providerId="LiveId" clId="{217EE47A-543E-44CF-82F7-05B0EAB7D1DD}" dt="2026-03-01T12:42:11.070" v="14588" actId="1038"/>
          <ac:cxnSpMkLst>
            <pc:docMk/>
            <pc:sldMk cId="936155824" sldId="363"/>
            <ac:cxnSpMk id="18" creationId="{BD77B35E-D032-91A2-FFCB-631831B98C65}"/>
          </ac:cxnSpMkLst>
        </pc:cxnChg>
      </pc:sldChg>
      <pc:sldChg chg="modSp add mod">
        <pc:chgData name="大地 小川" userId="a6da3c8378232b48" providerId="LiveId" clId="{217EE47A-543E-44CF-82F7-05B0EAB7D1DD}" dt="2026-03-01T13:00:00.019" v="14774" actId="20577"/>
        <pc:sldMkLst>
          <pc:docMk/>
          <pc:sldMk cId="2737914945" sldId="364"/>
        </pc:sldMkLst>
        <pc:spChg chg="mod">
          <ac:chgData name="大地 小川" userId="a6da3c8378232b48" providerId="LiveId" clId="{217EE47A-543E-44CF-82F7-05B0EAB7D1DD}" dt="2026-03-01T13:00:00.019" v="14774" actId="20577"/>
          <ac:spMkLst>
            <pc:docMk/>
            <pc:sldMk cId="2737914945" sldId="364"/>
            <ac:spMk id="2" creationId="{BA82EF9A-D712-7175-06EA-095FE2C5E6FB}"/>
          </ac:spMkLst>
        </pc:spChg>
      </pc:sldChg>
      <pc:sldChg chg="addSp delSp modSp add del mod">
        <pc:chgData name="大地 小川" userId="a6da3c8378232b48" providerId="LiveId" clId="{217EE47A-543E-44CF-82F7-05B0EAB7D1DD}" dt="2026-03-01T14:22:58.264" v="18045" actId="2696"/>
        <pc:sldMkLst>
          <pc:docMk/>
          <pc:sldMk cId="2203139253" sldId="365"/>
        </pc:sldMkLst>
        <pc:spChg chg="add mod">
          <ac:chgData name="大地 小川" userId="a6da3c8378232b48" providerId="LiveId" clId="{217EE47A-543E-44CF-82F7-05B0EAB7D1DD}" dt="2026-03-01T13:02:36.653" v="14835" actId="14100"/>
          <ac:spMkLst>
            <pc:docMk/>
            <pc:sldMk cId="2203139253" sldId="365"/>
            <ac:spMk id="3" creationId="{F1EC2F17-55CE-DCFB-26B9-89EA1B241159}"/>
          </ac:spMkLst>
        </pc:spChg>
        <pc:spChg chg="mod">
          <ac:chgData name="大地 小川" userId="a6da3c8378232b48" providerId="LiveId" clId="{217EE47A-543E-44CF-82F7-05B0EAB7D1DD}" dt="2026-03-01T14:13:24.322" v="17527" actId="6549"/>
          <ac:spMkLst>
            <pc:docMk/>
            <pc:sldMk cId="2203139253" sldId="365"/>
            <ac:spMk id="4" creationId="{6BC9CFFE-E1F7-3EC1-315D-486A3F8A0A8A}"/>
          </ac:spMkLst>
        </pc:spChg>
        <pc:spChg chg="del">
          <ac:chgData name="大地 小川" userId="a6da3c8378232b48" providerId="LiveId" clId="{217EE47A-543E-44CF-82F7-05B0EAB7D1DD}" dt="2026-03-01T13:05:59.569" v="14845" actId="478"/>
          <ac:spMkLst>
            <pc:docMk/>
            <pc:sldMk cId="2203139253" sldId="365"/>
            <ac:spMk id="6" creationId="{255CEC65-43BC-DF39-9A29-8E246CD2F716}"/>
          </ac:spMkLst>
        </pc:spChg>
        <pc:spChg chg="del">
          <ac:chgData name="大地 小川" userId="a6da3c8378232b48" providerId="LiveId" clId="{217EE47A-543E-44CF-82F7-05B0EAB7D1DD}" dt="2026-03-01T13:06:01.400" v="14846" actId="478"/>
          <ac:spMkLst>
            <pc:docMk/>
            <pc:sldMk cId="2203139253" sldId="365"/>
            <ac:spMk id="7" creationId="{585BA313-808A-1645-0AED-89D19EFE8384}"/>
          </ac:spMkLst>
        </pc:spChg>
        <pc:picChg chg="del">
          <ac:chgData name="大地 小川" userId="a6da3c8378232b48" providerId="LiveId" clId="{217EE47A-543E-44CF-82F7-05B0EAB7D1DD}" dt="2026-03-01T13:00:52.315" v="14776" actId="478"/>
          <ac:picMkLst>
            <pc:docMk/>
            <pc:sldMk cId="2203139253" sldId="365"/>
            <ac:picMk id="5" creationId="{11E12E0D-7B51-B4A6-0614-B142AA29062C}"/>
          </ac:picMkLst>
        </pc:picChg>
        <pc:picChg chg="add mod">
          <ac:chgData name="大地 小川" userId="a6da3c8378232b48" providerId="LiveId" clId="{217EE47A-543E-44CF-82F7-05B0EAB7D1DD}" dt="2026-03-01T13:12:59.760" v="15222" actId="1076"/>
          <ac:picMkLst>
            <pc:docMk/>
            <pc:sldMk cId="2203139253" sldId="365"/>
            <ac:picMk id="9" creationId="{5CDFB0F2-4A04-C11C-9358-7377F77E49B9}"/>
          </ac:picMkLst>
        </pc:picChg>
        <pc:picChg chg="add del mod">
          <ac:chgData name="大地 小川" userId="a6da3c8378232b48" providerId="LiveId" clId="{217EE47A-543E-44CF-82F7-05B0EAB7D1DD}" dt="2026-03-01T13:12:48.102" v="15220" actId="21"/>
          <ac:picMkLst>
            <pc:docMk/>
            <pc:sldMk cId="2203139253" sldId="365"/>
            <ac:picMk id="11" creationId="{A89409B4-73D1-816F-FDAE-54F6D064695C}"/>
          </ac:picMkLst>
        </pc:picChg>
        <pc:picChg chg="add del mod">
          <ac:chgData name="大地 小川" userId="a6da3c8378232b48" providerId="LiveId" clId="{217EE47A-543E-44CF-82F7-05B0EAB7D1DD}" dt="2026-03-01T13:08:59.686" v="14888" actId="931"/>
          <ac:picMkLst>
            <pc:docMk/>
            <pc:sldMk cId="2203139253" sldId="365"/>
            <ac:picMk id="13" creationId="{9D8BD0F9-93B9-5EB1-B36D-EA48AB9D5DBD}"/>
          </ac:picMkLst>
        </pc:picChg>
      </pc:sldChg>
      <pc:sldChg chg="addSp modSp add mod">
        <pc:chgData name="大地 小川" userId="a6da3c8378232b48" providerId="LiveId" clId="{217EE47A-543E-44CF-82F7-05B0EAB7D1DD}" dt="2026-03-01T14:23:44.584" v="18084" actId="1076"/>
        <pc:sldMkLst>
          <pc:docMk/>
          <pc:sldMk cId="4054182148" sldId="365"/>
        </pc:sldMkLst>
        <pc:spChg chg="add mod">
          <ac:chgData name="大地 小川" userId="a6da3c8378232b48" providerId="LiveId" clId="{217EE47A-543E-44CF-82F7-05B0EAB7D1DD}" dt="2026-03-01T14:23:44.584" v="18084" actId="1076"/>
          <ac:spMkLst>
            <pc:docMk/>
            <pc:sldMk cId="4054182148" sldId="365"/>
            <ac:spMk id="3" creationId="{4F84505F-4397-BCD1-0BA4-5FDF32101B5C}"/>
          </ac:spMkLst>
        </pc:spChg>
      </pc:sldChg>
      <pc:sldChg chg="delSp modSp add mod">
        <pc:chgData name="大地 小川" userId="a6da3c8378232b48" providerId="LiveId" clId="{217EE47A-543E-44CF-82F7-05B0EAB7D1DD}" dt="2026-03-01T13:14:48.286" v="15385" actId="20577"/>
        <pc:sldMkLst>
          <pc:docMk/>
          <pc:sldMk cId="737697179" sldId="366"/>
        </pc:sldMkLst>
        <pc:spChg chg="mod">
          <ac:chgData name="大地 小川" userId="a6da3c8378232b48" providerId="LiveId" clId="{217EE47A-543E-44CF-82F7-05B0EAB7D1DD}" dt="2026-03-01T13:14:48.286" v="15385" actId="20577"/>
          <ac:spMkLst>
            <pc:docMk/>
            <pc:sldMk cId="737697179" sldId="366"/>
            <ac:spMk id="4" creationId="{F6625FFA-6D33-AE0D-710C-1024C84F5035}"/>
          </ac:spMkLst>
        </pc:spChg>
        <pc:picChg chg="mod">
          <ac:chgData name="大地 小川" userId="a6da3c8378232b48" providerId="LiveId" clId="{217EE47A-543E-44CF-82F7-05B0EAB7D1DD}" dt="2026-03-01T13:12:55.743" v="15221" actId="1076"/>
          <ac:picMkLst>
            <pc:docMk/>
            <pc:sldMk cId="737697179" sldId="366"/>
            <ac:picMk id="9" creationId="{A7FA97B8-A8CB-01AD-CCC6-D063FD59172F}"/>
          </ac:picMkLst>
        </pc:picChg>
        <pc:picChg chg="del">
          <ac:chgData name="大地 小川" userId="a6da3c8378232b48" providerId="LiveId" clId="{217EE47A-543E-44CF-82F7-05B0EAB7D1DD}" dt="2026-03-01T13:09:06.678" v="14890" actId="478"/>
          <ac:picMkLst>
            <pc:docMk/>
            <pc:sldMk cId="737697179" sldId="366"/>
            <ac:picMk id="11" creationId="{5346FCD3-9BEE-9319-797B-F2171A7E8FBE}"/>
          </ac:picMkLst>
        </pc:picChg>
      </pc:sldChg>
      <pc:sldChg chg="addSp delSp modSp add mod">
        <pc:chgData name="大地 小川" userId="a6da3c8378232b48" providerId="LiveId" clId="{217EE47A-543E-44CF-82F7-05B0EAB7D1DD}" dt="2026-03-01T13:31:16.257" v="16119" actId="1037"/>
        <pc:sldMkLst>
          <pc:docMk/>
          <pc:sldMk cId="3668580521" sldId="367"/>
        </pc:sldMkLst>
        <pc:spChg chg="add mod">
          <ac:chgData name="大地 小川" userId="a6da3c8378232b48" providerId="LiveId" clId="{217EE47A-543E-44CF-82F7-05B0EAB7D1DD}" dt="2026-03-01T13:30:50.924" v="16066" actId="1035"/>
          <ac:spMkLst>
            <pc:docMk/>
            <pc:sldMk cId="3668580521" sldId="367"/>
            <ac:spMk id="3" creationId="{086FE438-E19F-53E0-EA16-D317955C6CC1}"/>
          </ac:spMkLst>
        </pc:spChg>
        <pc:spChg chg="mod">
          <ac:chgData name="大地 小川" userId="a6da3c8378232b48" providerId="LiveId" clId="{217EE47A-543E-44CF-82F7-05B0EAB7D1DD}" dt="2026-03-01T13:30:21.837" v="16062" actId="20577"/>
          <ac:spMkLst>
            <pc:docMk/>
            <pc:sldMk cId="3668580521" sldId="367"/>
            <ac:spMk id="4" creationId="{D6CE2758-99D1-E729-62C4-CABAEE7ADEE5}"/>
          </ac:spMkLst>
        </pc:spChg>
        <pc:spChg chg="add mod">
          <ac:chgData name="大地 小川" userId="a6da3c8378232b48" providerId="LiveId" clId="{217EE47A-543E-44CF-82F7-05B0EAB7D1DD}" dt="2026-03-01T13:30:55.450" v="16067" actId="1076"/>
          <ac:spMkLst>
            <pc:docMk/>
            <pc:sldMk cId="3668580521" sldId="367"/>
            <ac:spMk id="5" creationId="{C0B14047-3F94-DA9D-8136-033B92D1721C}"/>
          </ac:spMkLst>
        </pc:spChg>
        <pc:spChg chg="add mod">
          <ac:chgData name="大地 小川" userId="a6da3c8378232b48" providerId="LiveId" clId="{217EE47A-543E-44CF-82F7-05B0EAB7D1DD}" dt="2026-03-01T13:31:10.932" v="16104" actId="1035"/>
          <ac:spMkLst>
            <pc:docMk/>
            <pc:sldMk cId="3668580521" sldId="367"/>
            <ac:spMk id="6" creationId="{49149E5D-789D-0F23-3B87-A55873B17E19}"/>
          </ac:spMkLst>
        </pc:spChg>
        <pc:spChg chg="add del mod">
          <ac:chgData name="大地 小川" userId="a6da3c8378232b48" providerId="LiveId" clId="{217EE47A-543E-44CF-82F7-05B0EAB7D1DD}" dt="2026-03-01T13:29:46.741" v="16002" actId="478"/>
          <ac:spMkLst>
            <pc:docMk/>
            <pc:sldMk cId="3668580521" sldId="367"/>
            <ac:spMk id="7" creationId="{C06C526C-1F11-F536-9468-46E5435DB7D0}"/>
          </ac:spMkLst>
        </pc:spChg>
        <pc:spChg chg="add mod">
          <ac:chgData name="大地 小川" userId="a6da3c8378232b48" providerId="LiveId" clId="{217EE47A-543E-44CF-82F7-05B0EAB7D1DD}" dt="2026-03-01T13:31:16.257" v="16119" actId="1037"/>
          <ac:spMkLst>
            <pc:docMk/>
            <pc:sldMk cId="3668580521" sldId="367"/>
            <ac:spMk id="8" creationId="{0BB0C9A7-3DDA-D04F-B418-6159685440A6}"/>
          </ac:spMkLst>
        </pc:spChg>
        <pc:spChg chg="add mod">
          <ac:chgData name="大地 小川" userId="a6da3c8378232b48" providerId="LiveId" clId="{217EE47A-543E-44CF-82F7-05B0EAB7D1DD}" dt="2026-03-01T13:29:28.407" v="15957" actId="1076"/>
          <ac:spMkLst>
            <pc:docMk/>
            <pc:sldMk cId="3668580521" sldId="367"/>
            <ac:spMk id="10" creationId="{16082BB5-239B-7FAB-BD29-ECE81F3D6B66}"/>
          </ac:spMkLst>
        </pc:spChg>
        <pc:picChg chg="del mod">
          <ac:chgData name="大地 小川" userId="a6da3c8378232b48" providerId="LiveId" clId="{217EE47A-543E-44CF-82F7-05B0EAB7D1DD}" dt="2026-03-01T13:13:29.138" v="15235" actId="478"/>
          <ac:picMkLst>
            <pc:docMk/>
            <pc:sldMk cId="3668580521" sldId="367"/>
            <ac:picMk id="9" creationId="{5DB37111-000C-92F8-38AE-AFDB15EC9971}"/>
          </ac:picMkLst>
        </pc:picChg>
      </pc:sldChg>
      <pc:sldChg chg="addSp delSp modSp add del mod">
        <pc:chgData name="大地 小川" userId="a6da3c8378232b48" providerId="LiveId" clId="{217EE47A-543E-44CF-82F7-05B0EAB7D1DD}" dt="2026-03-01T13:54:10.450" v="17276" actId="47"/>
        <pc:sldMkLst>
          <pc:docMk/>
          <pc:sldMk cId="1962865182" sldId="368"/>
        </pc:sldMkLst>
        <pc:spChg chg="add mod">
          <ac:chgData name="大地 小川" userId="a6da3c8378232b48" providerId="LiveId" clId="{217EE47A-543E-44CF-82F7-05B0EAB7D1DD}" dt="2026-03-01T13:40:30.273" v="16683" actId="1076"/>
          <ac:spMkLst>
            <pc:docMk/>
            <pc:sldMk cId="1962865182" sldId="368"/>
            <ac:spMk id="3" creationId="{691C2838-0497-8B79-50F6-2DC549B684CC}"/>
          </ac:spMkLst>
        </pc:spChg>
        <pc:spChg chg="mod">
          <ac:chgData name="大地 小川" userId="a6da3c8378232b48" providerId="LiveId" clId="{217EE47A-543E-44CF-82F7-05B0EAB7D1DD}" dt="2026-03-01T13:35:47.487" v="16336" actId="20577"/>
          <ac:spMkLst>
            <pc:docMk/>
            <pc:sldMk cId="1962865182" sldId="368"/>
            <ac:spMk id="4" creationId="{E65C74DA-358D-8167-7EE9-4B154B94D3A8}"/>
          </ac:spMkLst>
        </pc:spChg>
        <pc:spChg chg="add del mod">
          <ac:chgData name="大地 小川" userId="a6da3c8378232b48" providerId="LiveId" clId="{217EE47A-543E-44CF-82F7-05B0EAB7D1DD}" dt="2026-03-01T13:38:21.502" v="16558"/>
          <ac:spMkLst>
            <pc:docMk/>
            <pc:sldMk cId="1962865182" sldId="368"/>
            <ac:spMk id="9" creationId="{C4C630FC-9B86-1489-F84B-36DAD8626027}"/>
          </ac:spMkLst>
        </pc:spChg>
        <pc:spChg chg="add mod">
          <ac:chgData name="大地 小川" userId="a6da3c8378232b48" providerId="LiveId" clId="{217EE47A-543E-44CF-82F7-05B0EAB7D1DD}" dt="2026-03-01T13:40:21.352" v="16663" actId="20577"/>
          <ac:spMkLst>
            <pc:docMk/>
            <pc:sldMk cId="1962865182" sldId="368"/>
            <ac:spMk id="10" creationId="{328556D8-743E-2DD6-6863-9BAC8CFB5280}"/>
          </ac:spMkLst>
        </pc:spChg>
        <pc:picChg chg="add del mod">
          <ac:chgData name="大地 小川" userId="a6da3c8378232b48" providerId="LiveId" clId="{217EE47A-543E-44CF-82F7-05B0EAB7D1DD}" dt="2026-03-01T13:37:55.445" v="16488" actId="478"/>
          <ac:picMkLst>
            <pc:docMk/>
            <pc:sldMk cId="1962865182" sldId="368"/>
            <ac:picMk id="6" creationId="{E789E730-5883-EC99-0830-67D063B3424D}"/>
          </ac:picMkLst>
        </pc:picChg>
        <pc:picChg chg="add mod">
          <ac:chgData name="大地 小川" userId="a6da3c8378232b48" providerId="LiveId" clId="{217EE47A-543E-44CF-82F7-05B0EAB7D1DD}" dt="2026-03-01T13:40:25.951" v="16682" actId="1036"/>
          <ac:picMkLst>
            <pc:docMk/>
            <pc:sldMk cId="1962865182" sldId="368"/>
            <ac:picMk id="8" creationId="{A16A0665-A2D2-93E6-6281-B9FFFF8832C6}"/>
          </ac:picMkLst>
        </pc:picChg>
      </pc:sldChg>
      <pc:sldChg chg="modSp add mod">
        <pc:chgData name="大地 小川" userId="a6da3c8378232b48" providerId="LiveId" clId="{217EE47A-543E-44CF-82F7-05B0EAB7D1DD}" dt="2026-03-01T13:53:44.033" v="17275" actId="20577"/>
        <pc:sldMkLst>
          <pc:docMk/>
          <pc:sldMk cId="547711442" sldId="369"/>
        </pc:sldMkLst>
        <pc:spChg chg="mod">
          <ac:chgData name="大地 小川" userId="a6da3c8378232b48" providerId="LiveId" clId="{217EE47A-543E-44CF-82F7-05B0EAB7D1DD}" dt="2026-03-01T13:53:44.033" v="17275" actId="20577"/>
          <ac:spMkLst>
            <pc:docMk/>
            <pc:sldMk cId="547711442" sldId="369"/>
            <ac:spMk id="3" creationId="{3D365C5B-9E5D-CBB0-8764-313208A29B29}"/>
          </ac:spMkLst>
        </pc:spChg>
        <pc:spChg chg="mod">
          <ac:chgData name="大地 小川" userId="a6da3c8378232b48" providerId="LiveId" clId="{217EE47A-543E-44CF-82F7-05B0EAB7D1DD}" dt="2026-03-01T13:49:48.110" v="17104" actId="20577"/>
          <ac:spMkLst>
            <pc:docMk/>
            <pc:sldMk cId="547711442" sldId="369"/>
            <ac:spMk id="4" creationId="{CB4BAC4B-D729-0C1B-89D6-5EA6B8C89EA4}"/>
          </ac:spMkLst>
        </pc:spChg>
        <pc:spChg chg="mod">
          <ac:chgData name="大地 小川" userId="a6da3c8378232b48" providerId="LiveId" clId="{217EE47A-543E-44CF-82F7-05B0EAB7D1DD}" dt="2026-03-01T13:52:31.596" v="17208" actId="20577"/>
          <ac:spMkLst>
            <pc:docMk/>
            <pc:sldMk cId="547711442" sldId="369"/>
            <ac:spMk id="10" creationId="{E8698E5F-9C7A-E8F6-E74B-540B9127B948}"/>
          </ac:spMkLst>
        </pc:spChg>
        <pc:picChg chg="mod">
          <ac:chgData name="大地 小川" userId="a6da3c8378232b48" providerId="LiveId" clId="{217EE47A-543E-44CF-82F7-05B0EAB7D1DD}" dt="2026-03-01T13:49:57.118" v="17121" actId="1038"/>
          <ac:picMkLst>
            <pc:docMk/>
            <pc:sldMk cId="547711442" sldId="369"/>
            <ac:picMk id="8" creationId="{057D5B7F-CCEB-12E3-E07F-358B08781046}"/>
          </ac:picMkLst>
        </pc:picChg>
      </pc:sldChg>
      <pc:sldChg chg="modSp add del mod">
        <pc:chgData name="大地 小川" userId="a6da3c8378232b48" providerId="LiveId" clId="{217EE47A-543E-44CF-82F7-05B0EAB7D1DD}" dt="2026-03-01T14:12:41.697" v="17502" actId="47"/>
        <pc:sldMkLst>
          <pc:docMk/>
          <pc:sldMk cId="3769772393" sldId="370"/>
        </pc:sldMkLst>
        <pc:spChg chg="mod">
          <ac:chgData name="大地 小川" userId="a6da3c8378232b48" providerId="LiveId" clId="{217EE47A-543E-44CF-82F7-05B0EAB7D1DD}" dt="2026-03-01T14:00:52.965" v="17387" actId="20577"/>
          <ac:spMkLst>
            <pc:docMk/>
            <pc:sldMk cId="3769772393" sldId="370"/>
            <ac:spMk id="3" creationId="{B6F7D711-1B91-2089-C42D-EF2FE0EABA6B}"/>
          </ac:spMkLst>
        </pc:spChg>
        <pc:spChg chg="mod">
          <ac:chgData name="大地 小川" userId="a6da3c8378232b48" providerId="LiveId" clId="{217EE47A-543E-44CF-82F7-05B0EAB7D1DD}" dt="2026-03-01T14:00:45.026" v="17386" actId="20577"/>
          <ac:spMkLst>
            <pc:docMk/>
            <pc:sldMk cId="3769772393" sldId="370"/>
            <ac:spMk id="4" creationId="{A4539994-20BA-B010-FBE1-1F731EDBCFAE}"/>
          </ac:spMkLst>
        </pc:spChg>
      </pc:sldChg>
      <pc:sldChg chg="modSp add mod">
        <pc:chgData name="大地 小川" userId="a6da3c8378232b48" providerId="LiveId" clId="{217EE47A-543E-44CF-82F7-05B0EAB7D1DD}" dt="2026-03-01T14:12:09.633" v="17501" actId="20577"/>
        <pc:sldMkLst>
          <pc:docMk/>
          <pc:sldMk cId="1131036494" sldId="371"/>
        </pc:sldMkLst>
        <pc:spChg chg="mod">
          <ac:chgData name="大地 小川" userId="a6da3c8378232b48" providerId="LiveId" clId="{217EE47A-543E-44CF-82F7-05B0EAB7D1DD}" dt="2026-03-01T14:12:09.633" v="17501" actId="20577"/>
          <ac:spMkLst>
            <pc:docMk/>
            <pc:sldMk cId="1131036494" sldId="371"/>
            <ac:spMk id="4" creationId="{CF0CF305-49A2-1331-E0C6-6AC0255FE3A7}"/>
          </ac:spMkLst>
        </pc:spChg>
        <pc:picChg chg="mod">
          <ac:chgData name="大地 小川" userId="a6da3c8378232b48" providerId="LiveId" clId="{217EE47A-543E-44CF-82F7-05B0EAB7D1DD}" dt="2026-03-01T14:11:18.953" v="17440" actId="1076"/>
          <ac:picMkLst>
            <pc:docMk/>
            <pc:sldMk cId="1131036494" sldId="371"/>
            <ac:picMk id="9" creationId="{EC5F86D6-DC83-8A9F-603F-6F64E5727D5F}"/>
          </ac:picMkLst>
        </pc:picChg>
      </pc:sldChg>
      <pc:sldChg chg="modSp add mod">
        <pc:chgData name="大地 小川" userId="a6da3c8378232b48" providerId="LiveId" clId="{217EE47A-543E-44CF-82F7-05B0EAB7D1DD}" dt="2026-03-01T14:24:04.114" v="18096" actId="20577"/>
        <pc:sldMkLst>
          <pc:docMk/>
          <pc:sldMk cId="611164906" sldId="372"/>
        </pc:sldMkLst>
        <pc:spChg chg="mod">
          <ac:chgData name="大地 小川" userId="a6da3c8378232b48" providerId="LiveId" clId="{217EE47A-543E-44CF-82F7-05B0EAB7D1DD}" dt="2026-03-01T14:24:04.114" v="18096" actId="20577"/>
          <ac:spMkLst>
            <pc:docMk/>
            <pc:sldMk cId="611164906" sldId="372"/>
            <ac:spMk id="4" creationId="{8F69F234-B9F7-4365-36DF-A80C7EDF9719}"/>
          </ac:spMkLst>
        </pc:spChg>
      </pc:sldChg>
      <pc:sldChg chg="modSp add del mod">
        <pc:chgData name="大地 小川" userId="a6da3c8378232b48" providerId="LiveId" clId="{217EE47A-543E-44CF-82F7-05B0EAB7D1DD}" dt="2026-03-01T14:22:58.264" v="18045" actId="2696"/>
        <pc:sldMkLst>
          <pc:docMk/>
          <pc:sldMk cId="960915932" sldId="372"/>
        </pc:sldMkLst>
        <pc:spChg chg="mod">
          <ac:chgData name="大地 小川" userId="a6da3c8378232b48" providerId="LiveId" clId="{217EE47A-543E-44CF-82F7-05B0EAB7D1DD}" dt="2026-03-01T14:15:20.015" v="17599" actId="20577"/>
          <ac:spMkLst>
            <pc:docMk/>
            <pc:sldMk cId="960915932" sldId="372"/>
            <ac:spMk id="4" creationId="{8F69F234-B9F7-4365-36DF-A80C7EDF9719}"/>
          </ac:spMkLst>
        </pc:spChg>
      </pc:sldChg>
      <pc:sldChg chg="modSp add mod">
        <pc:chgData name="大地 小川" userId="a6da3c8378232b48" providerId="LiveId" clId="{217EE47A-543E-44CF-82F7-05B0EAB7D1DD}" dt="2026-03-01T14:24:19.070" v="18101" actId="403"/>
        <pc:sldMkLst>
          <pc:docMk/>
          <pc:sldMk cId="1106254488" sldId="373"/>
        </pc:sldMkLst>
        <pc:spChg chg="mod">
          <ac:chgData name="大地 小川" userId="a6da3c8378232b48" providerId="LiveId" clId="{217EE47A-543E-44CF-82F7-05B0EAB7D1DD}" dt="2026-03-01T14:24:19.070" v="18101" actId="403"/>
          <ac:spMkLst>
            <pc:docMk/>
            <pc:sldMk cId="1106254488" sldId="373"/>
            <ac:spMk id="4" creationId="{934915B2-BE7E-0C45-E20B-68096D8D574F}"/>
          </ac:spMkLst>
        </pc:spChg>
      </pc:sldChg>
      <pc:sldChg chg="addSp delSp modSp add del mod">
        <pc:chgData name="大地 小川" userId="a6da3c8378232b48" providerId="LiveId" clId="{217EE47A-543E-44CF-82F7-05B0EAB7D1DD}" dt="2026-03-01T14:22:58.264" v="18045" actId="2696"/>
        <pc:sldMkLst>
          <pc:docMk/>
          <pc:sldMk cId="3475466015" sldId="373"/>
        </pc:sldMkLst>
        <pc:spChg chg="mod">
          <ac:chgData name="大地 小川" userId="a6da3c8378232b48" providerId="LiveId" clId="{217EE47A-543E-44CF-82F7-05B0EAB7D1DD}" dt="2026-03-01T14:18:34.792" v="17794" actId="20577"/>
          <ac:spMkLst>
            <pc:docMk/>
            <pc:sldMk cId="3475466015" sldId="373"/>
            <ac:spMk id="4" creationId="{934915B2-BE7E-0C45-E20B-68096D8D574F}"/>
          </ac:spMkLst>
        </pc:spChg>
        <pc:spChg chg="add del">
          <ac:chgData name="大地 小川" userId="a6da3c8378232b48" providerId="LiveId" clId="{217EE47A-543E-44CF-82F7-05B0EAB7D1DD}" dt="2026-03-01T14:18:51.893" v="17796" actId="11529"/>
          <ac:spMkLst>
            <pc:docMk/>
            <pc:sldMk cId="3475466015" sldId="373"/>
            <ac:spMk id="6" creationId="{52FEC32B-9E10-CC25-B65F-1E3E415B4262}"/>
          </ac:spMkLst>
        </pc:spChg>
        <pc:spChg chg="add mod">
          <ac:chgData name="大地 小川" userId="a6da3c8378232b48" providerId="LiveId" clId="{217EE47A-543E-44CF-82F7-05B0EAB7D1DD}" dt="2026-03-01T14:19:26.304" v="17875" actId="1036"/>
          <ac:spMkLst>
            <pc:docMk/>
            <pc:sldMk cId="3475466015" sldId="373"/>
            <ac:spMk id="7" creationId="{F26D704E-27EC-CB69-2643-19997F3248E8}"/>
          </ac:spMkLst>
        </pc:spChg>
        <pc:spChg chg="add mod">
          <ac:chgData name="大地 小川" userId="a6da3c8378232b48" providerId="LiveId" clId="{217EE47A-543E-44CF-82F7-05B0EAB7D1DD}" dt="2026-03-01T14:22:21.420" v="18044" actId="14100"/>
          <ac:spMkLst>
            <pc:docMk/>
            <pc:sldMk cId="3475466015" sldId="373"/>
            <ac:spMk id="8" creationId="{B2719B2F-9309-E05A-75A0-31AB77001306}"/>
          </ac:spMkLst>
        </pc:spChg>
        <pc:picChg chg="add mod">
          <ac:chgData name="大地 小川" userId="a6da3c8378232b48" providerId="LiveId" clId="{217EE47A-543E-44CF-82F7-05B0EAB7D1DD}" dt="2026-03-01T14:17:36.713" v="17718" actId="1038"/>
          <ac:picMkLst>
            <pc:docMk/>
            <pc:sldMk cId="3475466015" sldId="373"/>
            <ac:picMk id="5" creationId="{60E63375-8490-EC72-78F0-26A476BCC8C1}"/>
          </ac:picMkLst>
        </pc:picChg>
        <pc:picChg chg="del">
          <ac:chgData name="大地 小川" userId="a6da3c8378232b48" providerId="LiveId" clId="{217EE47A-543E-44CF-82F7-05B0EAB7D1DD}" dt="2026-03-01T14:16:14.673" v="17650" actId="478"/>
          <ac:picMkLst>
            <pc:docMk/>
            <pc:sldMk cId="3475466015" sldId="373"/>
            <ac:picMk id="9" creationId="{65B909F4-F752-ADA0-C5E7-9AAA4F2A09F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/>
      <dgm:spPr>
        <a:solidFill>
          <a:srgbClr val="FF0000"/>
        </a:solidFill>
      </dgm:spPr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31183" custLinFactNeighborY="9581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/>
      <dgm:spPr>
        <a:solidFill>
          <a:srgbClr val="FF0000"/>
        </a:solidFill>
      </dgm:spPr>
    </dgm:pt>
    <dgm:pt modelId="{27D732D8-D5EA-4890-BE0E-21C3013DA42B}" type="pres">
      <dgm:prSet presAssocID="{333C2414-747F-4F4C-9969-548AECE9EC20}" presName="textBox5b" presStyleLbl="revTx" presStyleIdx="1" presStyleCnt="5" custScaleY="29989" custLinFactNeighborX="-20505" custLinFactNeighborY="-7821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/>
      <dgm:spPr>
        <a:solidFill>
          <a:srgbClr val="FF0000"/>
        </a:solidFill>
      </dgm:spPr>
    </dgm:pt>
    <dgm:pt modelId="{34212CA2-8A68-4D03-9166-9EA191215954}" type="pres">
      <dgm:prSet presAssocID="{3E5BDEAF-18D5-4B5B-94E5-3F64A3E90E0F}" presName="textBox5c" presStyleLbl="revTx" presStyleIdx="2" presStyleCnt="5" custScaleY="16992" custLinFactNeighborX="-24605" custLinFactNeighborY="-21530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/>
      <dgm:spPr>
        <a:solidFill>
          <a:srgbClr val="FF0000"/>
        </a:solidFill>
      </dgm:spPr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/>
      <dgm:spPr>
        <a:solidFill>
          <a:srgbClr val="FF0000"/>
        </a:solidFill>
      </dgm:spPr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7E537C-0056-4E99-9953-F2E5CDABD65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DE90F09-0476-41DC-A2D5-10AAB03FA5C4}">
      <dgm:prSet phldrT="[テキスト]" custT="1"/>
      <dgm:spPr/>
      <dgm:t>
        <a:bodyPr/>
        <a:lstStyle/>
        <a:p>
          <a:r>
            <a:rPr kumimoji="1" lang="ja-JP" altLang="en-US" sz="3200" dirty="0"/>
            <a:t>細胞</a:t>
          </a:r>
        </a:p>
      </dgm:t>
    </dgm:pt>
    <dgm:pt modelId="{10F2966F-235B-4000-9FD6-6158FFA3FEC6}" type="par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9AED41FF-31E5-4B0E-8E97-0BBECA53AC20}" type="sibTrans" cxnId="{9F7953A9-7DE4-4309-9725-54EE8262B7F6}">
      <dgm:prSet/>
      <dgm:spPr/>
      <dgm:t>
        <a:bodyPr/>
        <a:lstStyle/>
        <a:p>
          <a:endParaRPr kumimoji="1" lang="ja-JP" altLang="en-US"/>
        </a:p>
      </dgm:t>
    </dgm:pt>
    <dgm:pt modelId="{333C2414-747F-4F4C-9969-548AECE9EC20}">
      <dgm:prSet phldrT="[テキスト]" custT="1"/>
      <dgm:spPr/>
      <dgm:t>
        <a:bodyPr/>
        <a:lstStyle/>
        <a:p>
          <a:r>
            <a:rPr kumimoji="1" lang="ja-JP" altLang="en-US" sz="3200" dirty="0"/>
            <a:t>組織</a:t>
          </a:r>
        </a:p>
      </dgm:t>
    </dgm:pt>
    <dgm:pt modelId="{A734D625-1D0F-43E5-8486-A48D0A3F2819}" type="par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B286011A-2F88-4DEC-A652-B9F16602BB30}" type="sibTrans" cxnId="{4D77A435-9FF8-4BB9-BBF4-984C42EB82DB}">
      <dgm:prSet/>
      <dgm:spPr/>
      <dgm:t>
        <a:bodyPr/>
        <a:lstStyle/>
        <a:p>
          <a:endParaRPr kumimoji="1" lang="ja-JP" altLang="en-US"/>
        </a:p>
      </dgm:t>
    </dgm:pt>
    <dgm:pt modelId="{3E5BDEAF-18D5-4B5B-94E5-3F64A3E90E0F}">
      <dgm:prSet phldrT="[テキスト]" custT="1"/>
      <dgm:spPr/>
      <dgm:t>
        <a:bodyPr/>
        <a:lstStyle/>
        <a:p>
          <a:r>
            <a:rPr kumimoji="1" lang="ja-JP" altLang="en-US" sz="3200" dirty="0"/>
            <a:t>臓器</a:t>
          </a:r>
          <a:endParaRPr kumimoji="1" lang="en-US" altLang="ja-JP" sz="3200" dirty="0"/>
        </a:p>
        <a:p>
          <a:endParaRPr kumimoji="1" lang="ja-JP" altLang="en-US" sz="3200" dirty="0"/>
        </a:p>
      </dgm:t>
    </dgm:pt>
    <dgm:pt modelId="{5E22C314-9818-481C-AE00-FD9BE22FEC41}" type="par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29183612-BE59-4E22-BD6A-E1900A47D7AF}" type="sibTrans" cxnId="{DCAC3BD9-22F7-4760-BB78-464E4CA4B762}">
      <dgm:prSet/>
      <dgm:spPr/>
      <dgm:t>
        <a:bodyPr/>
        <a:lstStyle/>
        <a:p>
          <a:endParaRPr kumimoji="1" lang="ja-JP" altLang="en-US"/>
        </a:p>
      </dgm:t>
    </dgm:pt>
    <dgm:pt modelId="{05EFB33A-0945-49C3-B2AA-878EC1C04ADC}">
      <dgm:prSet/>
      <dgm:spPr/>
      <dgm:t>
        <a:bodyPr/>
        <a:lstStyle/>
        <a:p>
          <a:endParaRPr kumimoji="1" lang="ja-JP" altLang="en-US"/>
        </a:p>
      </dgm:t>
    </dgm:pt>
    <dgm:pt modelId="{2401C8FD-3EDC-4F46-A40D-35230C3F25BB}" type="par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BAC52C2E-CD30-4505-A82A-35D14549B6DA}" type="sibTrans" cxnId="{66318134-003C-4228-A7F6-60FC0A73EC2F}">
      <dgm:prSet/>
      <dgm:spPr/>
      <dgm:t>
        <a:bodyPr/>
        <a:lstStyle/>
        <a:p>
          <a:endParaRPr kumimoji="1" lang="ja-JP" altLang="en-US"/>
        </a:p>
      </dgm:t>
    </dgm:pt>
    <dgm:pt modelId="{F67FB03B-11B7-4521-AAC2-D290FCD65743}">
      <dgm:prSet/>
      <dgm:spPr/>
      <dgm:t>
        <a:bodyPr/>
        <a:lstStyle/>
        <a:p>
          <a:endParaRPr kumimoji="1" lang="ja-JP" altLang="en-US"/>
        </a:p>
      </dgm:t>
    </dgm:pt>
    <dgm:pt modelId="{5E504AA8-C8E7-407A-A743-C7770C9F7649}" type="par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FB85897-4F12-47F3-92CC-C483C9F3C990}" type="sibTrans" cxnId="{BECF67D4-0C24-4D2F-998C-401A48E20053}">
      <dgm:prSet/>
      <dgm:spPr/>
      <dgm:t>
        <a:bodyPr/>
        <a:lstStyle/>
        <a:p>
          <a:endParaRPr kumimoji="1" lang="ja-JP" altLang="en-US"/>
        </a:p>
      </dgm:t>
    </dgm:pt>
    <dgm:pt modelId="{8517B222-3333-41C7-8037-736CF8AF1C04}" type="pres">
      <dgm:prSet presAssocID="{727E537C-0056-4E99-9953-F2E5CDABD65A}" presName="arrowDiagram" presStyleCnt="0">
        <dgm:presLayoutVars>
          <dgm:chMax val="5"/>
          <dgm:dir/>
          <dgm:resizeHandles val="exact"/>
        </dgm:presLayoutVars>
      </dgm:prSet>
      <dgm:spPr/>
    </dgm:pt>
    <dgm:pt modelId="{95E88FA6-5261-466E-90FC-E1B8181B902C}" type="pres">
      <dgm:prSet presAssocID="{727E537C-0056-4E99-9953-F2E5CDABD65A}" presName="arrow" presStyleLbl="bgShp" presStyleIdx="0" presStyleCnt="1" custFlipVert="1" custFlipHor="1" custScaleX="98115" custScaleY="89038"/>
      <dgm:spPr/>
    </dgm:pt>
    <dgm:pt modelId="{D8DB6031-18C4-40DD-8201-633EA1A685CD}" type="pres">
      <dgm:prSet presAssocID="{727E537C-0056-4E99-9953-F2E5CDABD65A}" presName="arrowDiagram5" presStyleCnt="0"/>
      <dgm:spPr/>
    </dgm:pt>
    <dgm:pt modelId="{82215ABA-813B-4C5C-9C5E-9B3C60B1140F}" type="pres">
      <dgm:prSet presAssocID="{7DE90F09-0476-41DC-A2D5-10AAB03FA5C4}" presName="bullet5a" presStyleLbl="node1" presStyleIdx="0" presStyleCnt="5" custLinFactNeighborX="14800" custLinFactNeighborY="-59200"/>
      <dgm:spPr/>
    </dgm:pt>
    <dgm:pt modelId="{CAD5B33B-6B15-458A-B41D-4AAD3EFBE404}" type="pres">
      <dgm:prSet presAssocID="{7DE90F09-0476-41DC-A2D5-10AAB03FA5C4}" presName="textBox5a" presStyleLbl="revTx" presStyleIdx="0" presStyleCnt="5" custScaleX="123723" custScaleY="34780" custLinFactNeighborX="-97988" custLinFactNeighborY="21095">
        <dgm:presLayoutVars>
          <dgm:bulletEnabled val="1"/>
        </dgm:presLayoutVars>
      </dgm:prSet>
      <dgm:spPr/>
    </dgm:pt>
    <dgm:pt modelId="{363C3354-CE24-43E0-BC0E-2B88577AE994}" type="pres">
      <dgm:prSet presAssocID="{333C2414-747F-4F4C-9969-548AECE9EC20}" presName="bullet5b" presStyleLbl="node1" presStyleIdx="1" presStyleCnt="5" custLinFactY="100000" custLinFactNeighborX="14184" custLinFactNeighborY="119113"/>
      <dgm:spPr/>
    </dgm:pt>
    <dgm:pt modelId="{27D732D8-D5EA-4890-BE0E-21C3013DA42B}" type="pres">
      <dgm:prSet presAssocID="{333C2414-747F-4F4C-9969-548AECE9EC20}" presName="textBox5b" presStyleLbl="revTx" presStyleIdx="1" presStyleCnt="5" custScaleY="29989" custLinFactNeighborX="-6151" custLinFactNeighborY="22076">
        <dgm:presLayoutVars>
          <dgm:bulletEnabled val="1"/>
        </dgm:presLayoutVars>
      </dgm:prSet>
      <dgm:spPr/>
    </dgm:pt>
    <dgm:pt modelId="{DD034CC4-F3BA-4319-88D0-1B30D486C6A8}" type="pres">
      <dgm:prSet presAssocID="{3E5BDEAF-18D5-4B5B-94E5-3F64A3E90E0F}" presName="bullet5c" presStyleLbl="node1" presStyleIdx="2" presStyleCnt="5" custLinFactY="100000" custLinFactNeighborY="180121"/>
      <dgm:spPr/>
    </dgm:pt>
    <dgm:pt modelId="{34212CA2-8A68-4D03-9166-9EA191215954}" type="pres">
      <dgm:prSet presAssocID="{3E5BDEAF-18D5-4B5B-94E5-3F64A3E90E0F}" presName="textBox5c" presStyleLbl="revTx" presStyleIdx="2" presStyleCnt="5" custScaleY="16992" custLinFactNeighborX="7029" custLinFactNeighborY="8531">
        <dgm:presLayoutVars>
          <dgm:bulletEnabled val="1"/>
        </dgm:presLayoutVars>
      </dgm:prSet>
      <dgm:spPr/>
    </dgm:pt>
    <dgm:pt modelId="{F41679A1-E62A-408F-B237-A7656F0947CD}" type="pres">
      <dgm:prSet presAssocID="{05EFB33A-0945-49C3-B2AA-878EC1C04ADC}" presName="bullet5d" presStyleLbl="node1" presStyleIdx="3" presStyleCnt="5" custLinFactY="100000" custLinFactNeighborY="122354"/>
      <dgm:spPr/>
    </dgm:pt>
    <dgm:pt modelId="{AE5A3F1D-08A2-4D8B-8ACE-49BD231B0D71}" type="pres">
      <dgm:prSet presAssocID="{05EFB33A-0945-49C3-B2AA-878EC1C04ADC}" presName="textBox5d" presStyleLbl="revTx" presStyleIdx="3" presStyleCnt="5">
        <dgm:presLayoutVars>
          <dgm:bulletEnabled val="1"/>
        </dgm:presLayoutVars>
      </dgm:prSet>
      <dgm:spPr/>
    </dgm:pt>
    <dgm:pt modelId="{333AF03F-F6F2-45E5-BF51-68F8DA699A11}" type="pres">
      <dgm:prSet presAssocID="{F67FB03B-11B7-4521-AAC2-D290FCD65743}" presName="bullet5e" presStyleLbl="node1" presStyleIdx="4" presStyleCnt="5" custLinFactNeighborY="81885"/>
      <dgm:spPr/>
    </dgm:pt>
    <dgm:pt modelId="{1D3FFB8F-773E-482B-AF0E-78F9DC9D0347}" type="pres">
      <dgm:prSet presAssocID="{F67FB03B-11B7-4521-AAC2-D290FCD65743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9748508-6E0E-4F7E-B028-6CF1A80B6E92}" type="presOf" srcId="{05EFB33A-0945-49C3-B2AA-878EC1C04ADC}" destId="{AE5A3F1D-08A2-4D8B-8ACE-49BD231B0D71}" srcOrd="0" destOrd="0" presId="urn:microsoft.com/office/officeart/2005/8/layout/arrow2"/>
    <dgm:cxn modelId="{66318134-003C-4228-A7F6-60FC0A73EC2F}" srcId="{727E537C-0056-4E99-9953-F2E5CDABD65A}" destId="{05EFB33A-0945-49C3-B2AA-878EC1C04ADC}" srcOrd="3" destOrd="0" parTransId="{2401C8FD-3EDC-4F46-A40D-35230C3F25BB}" sibTransId="{BAC52C2E-CD30-4505-A82A-35D14549B6DA}"/>
    <dgm:cxn modelId="{4D77A435-9FF8-4BB9-BBF4-984C42EB82DB}" srcId="{727E537C-0056-4E99-9953-F2E5CDABD65A}" destId="{333C2414-747F-4F4C-9969-548AECE9EC20}" srcOrd="1" destOrd="0" parTransId="{A734D625-1D0F-43E5-8486-A48D0A3F2819}" sibTransId="{B286011A-2F88-4DEC-A652-B9F16602BB30}"/>
    <dgm:cxn modelId="{48A3D893-DF36-4A70-8E2B-BF4E688C463A}" type="presOf" srcId="{727E537C-0056-4E99-9953-F2E5CDABD65A}" destId="{8517B222-3333-41C7-8037-736CF8AF1C04}" srcOrd="0" destOrd="0" presId="urn:microsoft.com/office/officeart/2005/8/layout/arrow2"/>
    <dgm:cxn modelId="{9F7953A9-7DE4-4309-9725-54EE8262B7F6}" srcId="{727E537C-0056-4E99-9953-F2E5CDABD65A}" destId="{7DE90F09-0476-41DC-A2D5-10AAB03FA5C4}" srcOrd="0" destOrd="0" parTransId="{10F2966F-235B-4000-9FD6-6158FFA3FEC6}" sibTransId="{9AED41FF-31E5-4B0E-8E97-0BBECA53AC20}"/>
    <dgm:cxn modelId="{300DECC4-A733-4EC6-ABFE-75D3E459EA4C}" type="presOf" srcId="{7DE90F09-0476-41DC-A2D5-10AAB03FA5C4}" destId="{CAD5B33B-6B15-458A-B41D-4AAD3EFBE404}" srcOrd="0" destOrd="0" presId="urn:microsoft.com/office/officeart/2005/8/layout/arrow2"/>
    <dgm:cxn modelId="{4FE5FECF-D312-427C-8088-BBD97A26A7FC}" type="presOf" srcId="{F67FB03B-11B7-4521-AAC2-D290FCD65743}" destId="{1D3FFB8F-773E-482B-AF0E-78F9DC9D0347}" srcOrd="0" destOrd="0" presId="urn:microsoft.com/office/officeart/2005/8/layout/arrow2"/>
    <dgm:cxn modelId="{BECF67D4-0C24-4D2F-998C-401A48E20053}" srcId="{727E537C-0056-4E99-9953-F2E5CDABD65A}" destId="{F67FB03B-11B7-4521-AAC2-D290FCD65743}" srcOrd="4" destOrd="0" parTransId="{5E504AA8-C8E7-407A-A743-C7770C9F7649}" sibTransId="{8FB85897-4F12-47F3-92CC-C483C9F3C990}"/>
    <dgm:cxn modelId="{DCAC3BD9-22F7-4760-BB78-464E4CA4B762}" srcId="{727E537C-0056-4E99-9953-F2E5CDABD65A}" destId="{3E5BDEAF-18D5-4B5B-94E5-3F64A3E90E0F}" srcOrd="2" destOrd="0" parTransId="{5E22C314-9818-481C-AE00-FD9BE22FEC41}" sibTransId="{29183612-BE59-4E22-BD6A-E1900A47D7AF}"/>
    <dgm:cxn modelId="{3B0994F4-DB20-4678-99D4-3E758CD98083}" type="presOf" srcId="{3E5BDEAF-18D5-4B5B-94E5-3F64A3E90E0F}" destId="{34212CA2-8A68-4D03-9166-9EA191215954}" srcOrd="0" destOrd="0" presId="urn:microsoft.com/office/officeart/2005/8/layout/arrow2"/>
    <dgm:cxn modelId="{22A01BF9-04F1-4C21-9A47-1341D9C4E93A}" type="presOf" srcId="{333C2414-747F-4F4C-9969-548AECE9EC20}" destId="{27D732D8-D5EA-4890-BE0E-21C3013DA42B}" srcOrd="0" destOrd="0" presId="urn:microsoft.com/office/officeart/2005/8/layout/arrow2"/>
    <dgm:cxn modelId="{E949F2A9-2BFA-4ABB-A7F8-A3A20E0FB656}" type="presParOf" srcId="{8517B222-3333-41C7-8037-736CF8AF1C04}" destId="{95E88FA6-5261-466E-90FC-E1B8181B902C}" srcOrd="0" destOrd="0" presId="urn:microsoft.com/office/officeart/2005/8/layout/arrow2"/>
    <dgm:cxn modelId="{DC584D2E-4C26-49D3-BCB5-B1AF925ADDA0}" type="presParOf" srcId="{8517B222-3333-41C7-8037-736CF8AF1C04}" destId="{D8DB6031-18C4-40DD-8201-633EA1A685CD}" srcOrd="1" destOrd="0" presId="urn:microsoft.com/office/officeart/2005/8/layout/arrow2"/>
    <dgm:cxn modelId="{51113CD5-CF9F-4DBF-A2C8-166CA4CFE6E0}" type="presParOf" srcId="{D8DB6031-18C4-40DD-8201-633EA1A685CD}" destId="{82215ABA-813B-4C5C-9C5E-9B3C60B1140F}" srcOrd="0" destOrd="0" presId="urn:microsoft.com/office/officeart/2005/8/layout/arrow2"/>
    <dgm:cxn modelId="{AF46B84D-782F-4D40-B80F-52B14C2108FF}" type="presParOf" srcId="{D8DB6031-18C4-40DD-8201-633EA1A685CD}" destId="{CAD5B33B-6B15-458A-B41D-4AAD3EFBE404}" srcOrd="1" destOrd="0" presId="urn:microsoft.com/office/officeart/2005/8/layout/arrow2"/>
    <dgm:cxn modelId="{0648A390-FB0F-4C4E-BA1E-FD1C1849857D}" type="presParOf" srcId="{D8DB6031-18C4-40DD-8201-633EA1A685CD}" destId="{363C3354-CE24-43E0-BC0E-2B88577AE994}" srcOrd="2" destOrd="0" presId="urn:microsoft.com/office/officeart/2005/8/layout/arrow2"/>
    <dgm:cxn modelId="{9F7C848B-F0D0-4174-9566-28D2A53BB055}" type="presParOf" srcId="{D8DB6031-18C4-40DD-8201-633EA1A685CD}" destId="{27D732D8-D5EA-4890-BE0E-21C3013DA42B}" srcOrd="3" destOrd="0" presId="urn:microsoft.com/office/officeart/2005/8/layout/arrow2"/>
    <dgm:cxn modelId="{3B36876B-39EF-4036-94E8-2FED277B046A}" type="presParOf" srcId="{D8DB6031-18C4-40DD-8201-633EA1A685CD}" destId="{DD034CC4-F3BA-4319-88D0-1B30D486C6A8}" srcOrd="4" destOrd="0" presId="urn:microsoft.com/office/officeart/2005/8/layout/arrow2"/>
    <dgm:cxn modelId="{241C03AA-977E-4A31-9C73-A1031D47A46B}" type="presParOf" srcId="{D8DB6031-18C4-40DD-8201-633EA1A685CD}" destId="{34212CA2-8A68-4D03-9166-9EA191215954}" srcOrd="5" destOrd="0" presId="urn:microsoft.com/office/officeart/2005/8/layout/arrow2"/>
    <dgm:cxn modelId="{FDD60135-52F5-4C51-AC67-12DD2A5CF6E1}" type="presParOf" srcId="{D8DB6031-18C4-40DD-8201-633EA1A685CD}" destId="{F41679A1-E62A-408F-B237-A7656F0947CD}" srcOrd="6" destOrd="0" presId="urn:microsoft.com/office/officeart/2005/8/layout/arrow2"/>
    <dgm:cxn modelId="{5D6A592E-5187-4A13-B67F-72813A0FF679}" type="presParOf" srcId="{D8DB6031-18C4-40DD-8201-633EA1A685CD}" destId="{AE5A3F1D-08A2-4D8B-8ACE-49BD231B0D71}" srcOrd="7" destOrd="0" presId="urn:microsoft.com/office/officeart/2005/8/layout/arrow2"/>
    <dgm:cxn modelId="{8C3F2A0A-C283-44C2-B940-7AAE1B198978}" type="presParOf" srcId="{D8DB6031-18C4-40DD-8201-633EA1A685CD}" destId="{333AF03F-F6F2-45E5-BF51-68F8DA699A11}" srcOrd="8" destOrd="0" presId="urn:microsoft.com/office/officeart/2005/8/layout/arrow2"/>
    <dgm:cxn modelId="{EA334C49-CE5A-4ADD-9B09-9E8250AEAD87}" type="presParOf" srcId="{D8DB6031-18C4-40DD-8201-633EA1A685CD}" destId="{1D3FFB8F-773E-482B-AF0E-78F9DC9D034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>
          <a:off x="1277302" y="0"/>
          <a:ext cx="6395720" cy="3997325"/>
        </a:xfrm>
        <a:prstGeom prst="swooshArrow">
          <a:avLst>
            <a:gd name="adj1" fmla="val 25000"/>
            <a:gd name="adj2" fmla="val 25000"/>
          </a:avLst>
        </a:prstGeom>
        <a:gradFill rotWithShape="1">
          <a:gsLst>
            <a:gs pos="0">
              <a:schemeClr val="accent3">
                <a:tint val="48000"/>
                <a:alpha val="88000"/>
                <a:satMod val="105000"/>
                <a:lumMod val="110000"/>
              </a:schemeClr>
            </a:gs>
            <a:gs pos="100000">
              <a:schemeClr val="accent3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/>
          </a:solidFill>
          <a:prstDash val="solid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82215ABA-813B-4C5C-9C5E-9B3C60B1140F}">
      <dsp:nvSpPr>
        <dsp:cNvPr id="0" name=""/>
        <dsp:cNvSpPr/>
      </dsp:nvSpPr>
      <dsp:spPr>
        <a:xfrm>
          <a:off x="1907280" y="2972410"/>
          <a:ext cx="147101" cy="147101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620187" y="3447351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620187" y="3447351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3548" y="2207322"/>
          <a:ext cx="230245" cy="230245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600971" y="2777753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600971" y="2777753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726863" y="1597331"/>
          <a:ext cx="306994" cy="306994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576642" y="2199543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576642" y="2199543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916467" y="1120849"/>
          <a:ext cx="396534" cy="396534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114734" y="1319117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114734" y="1319117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41247" y="802662"/>
          <a:ext cx="505261" cy="505261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93878" y="1055293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93878" y="1055293"/>
        <a:ext cx="1279144" cy="2942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88FA6-5261-466E-90FC-E1B8181B902C}">
      <dsp:nvSpPr>
        <dsp:cNvPr id="0" name=""/>
        <dsp:cNvSpPr/>
      </dsp:nvSpPr>
      <dsp:spPr>
        <a:xfrm flipH="1" flipV="1">
          <a:off x="1307442" y="109546"/>
          <a:ext cx="6275160" cy="35591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15ABA-813B-4C5C-9C5E-9B3C60B1140F}">
      <dsp:nvSpPr>
        <dsp:cNvPr id="0" name=""/>
        <dsp:cNvSpPr/>
      </dsp:nvSpPr>
      <dsp:spPr>
        <a:xfrm>
          <a:off x="1898912" y="2775780"/>
          <a:ext cx="147101" cy="14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B33B-6B15-458A-B41D-4AAD3EFBE404}">
      <dsp:nvSpPr>
        <dsp:cNvPr id="0" name=""/>
        <dsp:cNvSpPr/>
      </dsp:nvSpPr>
      <dsp:spPr>
        <a:xfrm>
          <a:off x="1030329" y="3447344"/>
          <a:ext cx="1036599" cy="330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946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細胞</a:t>
          </a:r>
        </a:p>
      </dsp:txBody>
      <dsp:txXfrm>
        <a:off x="1030329" y="3447344"/>
        <a:ext cx="1036599" cy="330884"/>
      </dsp:txXfrm>
    </dsp:sp>
    <dsp:sp modelId="{363C3354-CE24-43E0-BC0E-2B88577AE994}">
      <dsp:nvSpPr>
        <dsp:cNvPr id="0" name=""/>
        <dsp:cNvSpPr/>
      </dsp:nvSpPr>
      <dsp:spPr>
        <a:xfrm>
          <a:off x="2706066" y="2602274"/>
          <a:ext cx="230245" cy="2302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32D8-D5EA-4890-BE0E-21C3013DA42B}">
      <dsp:nvSpPr>
        <dsp:cNvPr id="0" name=""/>
        <dsp:cNvSpPr/>
      </dsp:nvSpPr>
      <dsp:spPr>
        <a:xfrm>
          <a:off x="2723226" y="3168945"/>
          <a:ext cx="1061689" cy="50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03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組織</a:t>
          </a:r>
        </a:p>
      </dsp:txBody>
      <dsp:txXfrm>
        <a:off x="2723226" y="3168945"/>
        <a:ext cx="1061689" cy="502279"/>
      </dsp:txXfrm>
    </dsp:sp>
    <dsp:sp modelId="{DD034CC4-F3BA-4319-88D0-1B30D486C6A8}">
      <dsp:nvSpPr>
        <dsp:cNvPr id="0" name=""/>
        <dsp:cNvSpPr/>
      </dsp:nvSpPr>
      <dsp:spPr>
        <a:xfrm>
          <a:off x="3696723" y="2347740"/>
          <a:ext cx="306994" cy="3069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12CA2-8A68-4D03-9166-9EA191215954}">
      <dsp:nvSpPr>
        <dsp:cNvPr id="0" name=""/>
        <dsp:cNvSpPr/>
      </dsp:nvSpPr>
      <dsp:spPr>
        <a:xfrm>
          <a:off x="3936984" y="2765316"/>
          <a:ext cx="1234373" cy="381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7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kern="1200" dirty="0"/>
            <a:t>臓器</a:t>
          </a:r>
          <a:endParaRPr kumimoji="1" lang="en-US" altLang="ja-JP" sz="3200" kern="1200" dirty="0"/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200" kern="1200" dirty="0"/>
        </a:p>
      </dsp:txBody>
      <dsp:txXfrm>
        <a:off x="3936984" y="2765316"/>
        <a:ext cx="1234373" cy="381724"/>
      </dsp:txXfrm>
    </dsp:sp>
    <dsp:sp modelId="{F41679A1-E62A-408F-B237-A7656F0947CD}">
      <dsp:nvSpPr>
        <dsp:cNvPr id="0" name=""/>
        <dsp:cNvSpPr/>
      </dsp:nvSpPr>
      <dsp:spPr>
        <a:xfrm>
          <a:off x="4886327" y="1893013"/>
          <a:ext cx="396534" cy="396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3F1D-08A2-4D8B-8ACE-49BD231B0D71}">
      <dsp:nvSpPr>
        <dsp:cNvPr id="0" name=""/>
        <dsp:cNvSpPr/>
      </dsp:nvSpPr>
      <dsp:spPr>
        <a:xfrm>
          <a:off x="5084594" y="1209570"/>
          <a:ext cx="1279144" cy="26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15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5084594" y="1209570"/>
        <a:ext cx="1279144" cy="2678207"/>
      </dsp:txXfrm>
    </dsp:sp>
    <dsp:sp modelId="{333AF03F-F6F2-45E5-BF51-68F8DA699A11}">
      <dsp:nvSpPr>
        <dsp:cNvPr id="0" name=""/>
        <dsp:cNvSpPr/>
      </dsp:nvSpPr>
      <dsp:spPr>
        <a:xfrm>
          <a:off x="6111107" y="1106849"/>
          <a:ext cx="505261" cy="505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FB8F-773E-482B-AF0E-78F9DC9D0347}">
      <dsp:nvSpPr>
        <dsp:cNvPr id="0" name=""/>
        <dsp:cNvSpPr/>
      </dsp:nvSpPr>
      <dsp:spPr>
        <a:xfrm>
          <a:off x="6363738" y="945747"/>
          <a:ext cx="1279144" cy="2942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728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500" kern="1200"/>
        </a:p>
      </dsp:txBody>
      <dsp:txXfrm>
        <a:off x="6363738" y="945747"/>
        <a:ext cx="1279144" cy="2942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3A38E0-50FC-01F7-1523-E95DBD522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722" y="3577069"/>
            <a:ext cx="11648477" cy="2725758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4400" dirty="0"/>
              <a:t>はじめての</a:t>
            </a:r>
            <a:br>
              <a:rPr kumimoji="1" lang="en-US" altLang="ja-JP" sz="4400" dirty="0"/>
            </a:br>
            <a:r>
              <a:rPr kumimoji="1" lang="ja-JP" altLang="en-US" sz="4400" dirty="0"/>
              <a:t>リハビリテーション医学</a:t>
            </a:r>
            <a:br>
              <a:rPr kumimoji="1" lang="en-US" altLang="ja-JP" sz="3200" dirty="0"/>
            </a:br>
            <a:br>
              <a:rPr kumimoji="1" lang="en-US" altLang="ja-JP" sz="3200" dirty="0"/>
            </a:br>
            <a:r>
              <a:rPr kumimoji="1" lang="ja-JP" altLang="en-US" sz="3200" dirty="0"/>
              <a:t>～</a:t>
            </a:r>
            <a:r>
              <a:rPr lang="ja-JP" altLang="en-US" sz="3200" dirty="0"/>
              <a:t>リハビリは活動の医学～</a:t>
            </a:r>
            <a:endParaRPr kumimoji="1" lang="ja-JP" alt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662F9F-D6A2-E781-6A75-F56524AD6596}"/>
              </a:ext>
            </a:extLst>
          </p:cNvPr>
          <p:cNvSpPr txBox="1"/>
          <p:nvPr/>
        </p:nvSpPr>
        <p:spPr>
          <a:xfrm>
            <a:off x="6258903" y="149499"/>
            <a:ext cx="4180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松波総合病院</a:t>
            </a:r>
            <a:endParaRPr kumimoji="1" lang="en-US" altLang="ja-JP" sz="2400" dirty="0"/>
          </a:p>
          <a:p>
            <a:r>
              <a:rPr kumimoji="1" lang="ja-JP" altLang="en-US" sz="2400" dirty="0"/>
              <a:t>小川大地</a:t>
            </a:r>
          </a:p>
        </p:txBody>
      </p:sp>
    </p:spTree>
    <p:extLst>
      <p:ext uri="{BB962C8B-B14F-4D97-AF65-F5344CB8AC3E}">
        <p14:creationId xmlns:p14="http://schemas.microsoft.com/office/powerpoint/2010/main" val="267889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024A-99A4-84D7-4A05-2240F92A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F4B0D7-7966-3004-68F5-C63FF02A5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722" y="3577069"/>
            <a:ext cx="11648477" cy="2725758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4400" dirty="0"/>
              <a:t>はじめての</a:t>
            </a:r>
            <a:br>
              <a:rPr kumimoji="1" lang="en-US" altLang="ja-JP" sz="4400" dirty="0"/>
            </a:br>
            <a:r>
              <a:rPr kumimoji="1" lang="ja-JP" altLang="en-US" sz="4400" dirty="0"/>
              <a:t>リハビリテーション医学</a:t>
            </a:r>
            <a:br>
              <a:rPr kumimoji="1" lang="en-US" altLang="ja-JP" sz="3200" dirty="0"/>
            </a:br>
            <a:br>
              <a:rPr kumimoji="1" lang="en-US" altLang="ja-JP" sz="3200" dirty="0"/>
            </a:br>
            <a:r>
              <a:rPr kumimoji="1" lang="ja-JP" altLang="en-US" sz="3200" dirty="0"/>
              <a:t>～</a:t>
            </a:r>
            <a:r>
              <a:rPr lang="ja-JP" altLang="en-US" sz="3200" dirty="0"/>
              <a:t>リハビリの６つの特徴～</a:t>
            </a:r>
            <a:endParaRPr kumimoji="1" lang="ja-JP" alt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876E10-BC10-5AA9-E864-DBF361EEB84E}"/>
              </a:ext>
            </a:extLst>
          </p:cNvPr>
          <p:cNvSpPr txBox="1"/>
          <p:nvPr/>
        </p:nvSpPr>
        <p:spPr>
          <a:xfrm>
            <a:off x="6258903" y="149499"/>
            <a:ext cx="4180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松波総合病院</a:t>
            </a:r>
            <a:endParaRPr kumimoji="1" lang="en-US" altLang="ja-JP" sz="2400" dirty="0"/>
          </a:p>
          <a:p>
            <a:r>
              <a:rPr kumimoji="1" lang="ja-JP" altLang="en-US" sz="2400" dirty="0"/>
              <a:t>小川大地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D43FB7-F98A-8473-5004-2DA4C141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381000"/>
            <a:ext cx="43053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0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E82E4B0-74F3-4F50-611D-0CDAFE4D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リハビリテーションの</a:t>
            </a:r>
            <a:r>
              <a:rPr lang="en-US" altLang="ja-JP" dirty="0"/>
              <a:t>6</a:t>
            </a:r>
            <a:r>
              <a:rPr lang="ja-JP" altLang="en-US" dirty="0"/>
              <a:t>つの特徴</a:t>
            </a:r>
          </a:p>
        </p:txBody>
      </p:sp>
      <p:sp>
        <p:nvSpPr>
          <p:cNvPr id="4" name="縦書きテキスト プレースホルダー 3">
            <a:extLst>
              <a:ext uri="{FF2B5EF4-FFF2-40B4-BE49-F238E27FC236}">
                <a16:creationId xmlns:a16="http://schemas.microsoft.com/office/drawing/2014/main" id="{640426B4-293D-1B15-9AC4-1FF002256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①　活動の医学</a:t>
            </a:r>
            <a:endParaRPr lang="en-US" altLang="ja-JP" sz="2800" dirty="0"/>
          </a:p>
          <a:p>
            <a:r>
              <a:rPr lang="ja-JP" altLang="en-US" sz="2800" dirty="0"/>
              <a:t>②　年齢・臓器別ではない</a:t>
            </a:r>
            <a:endParaRPr lang="en-US" altLang="ja-JP" sz="2800" dirty="0"/>
          </a:p>
          <a:p>
            <a:r>
              <a:rPr lang="ja-JP" altLang="en-US" sz="2800" dirty="0"/>
              <a:t>③　時と場所を選ばない</a:t>
            </a:r>
            <a:endParaRPr lang="en-US" altLang="ja-JP" sz="2800" dirty="0"/>
          </a:p>
          <a:p>
            <a:r>
              <a:rPr lang="ja-JP" altLang="en-US" sz="3200" b="1" dirty="0"/>
              <a:t>④　患者が患者を良くする</a:t>
            </a:r>
            <a:endParaRPr lang="en-US" altLang="ja-JP" sz="3200" b="1" dirty="0"/>
          </a:p>
          <a:p>
            <a:r>
              <a:rPr lang="ja-JP" altLang="en-US" sz="2800" dirty="0"/>
              <a:t>⑤　チーム医療</a:t>
            </a:r>
            <a:endParaRPr lang="en-US" altLang="ja-JP" sz="2800" dirty="0"/>
          </a:p>
          <a:p>
            <a:r>
              <a:rPr lang="ja-JP" altLang="en-US" sz="2800" dirty="0"/>
              <a:t>⑥　１００人いれば１００通り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59843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70E4D-2719-28EB-20A6-436F0E84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82EF2658-DED4-80EC-7182-59884E94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リハビリテーションの</a:t>
            </a:r>
            <a:r>
              <a:rPr lang="en-US" altLang="ja-JP" dirty="0"/>
              <a:t>6</a:t>
            </a:r>
            <a:r>
              <a:rPr lang="ja-JP" altLang="en-US" dirty="0"/>
              <a:t>つの特徴</a:t>
            </a:r>
            <a:br>
              <a:rPr lang="en-US" altLang="ja-JP" dirty="0"/>
            </a:br>
            <a:endParaRPr lang="ja-JP" altLang="en-US" dirty="0"/>
          </a:p>
        </p:txBody>
      </p:sp>
      <p:sp>
        <p:nvSpPr>
          <p:cNvPr id="4" name="縦書きテキスト プレースホルダー 3">
            <a:extLst>
              <a:ext uri="{FF2B5EF4-FFF2-40B4-BE49-F238E27FC236}">
                <a16:creationId xmlns:a16="http://schemas.microsoft.com/office/drawing/2014/main" id="{2E23623A-8E13-5EE5-10BB-BDF981066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①　活動の医学</a:t>
            </a:r>
            <a:endParaRPr lang="en-US" altLang="ja-JP" sz="2800" dirty="0"/>
          </a:p>
          <a:p>
            <a:r>
              <a:rPr lang="ja-JP" altLang="en-US" sz="2800" dirty="0"/>
              <a:t>②　年齢・臓器別ではない</a:t>
            </a:r>
            <a:endParaRPr lang="en-US" altLang="ja-JP" sz="2800" dirty="0"/>
          </a:p>
          <a:p>
            <a:r>
              <a:rPr lang="ja-JP" altLang="en-US" sz="2800" dirty="0"/>
              <a:t>→前回の結論：リハは活動・生活に介入し、臓器や細胞レベルにまで影響を与える。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01913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3559-E712-8790-75F8-557E5F6E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0E989-B728-DC14-78FC-525055376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303592" cy="2268559"/>
          </a:xfrm>
        </p:spPr>
        <p:txBody>
          <a:bodyPr>
            <a:normAutofit/>
          </a:bodyPr>
          <a:lstStyle/>
          <a:p>
            <a:pPr algn="l"/>
            <a:br>
              <a:rPr lang="en-US" altLang="ja-JP" sz="4000" b="1" dirty="0"/>
            </a:br>
            <a:r>
              <a:rPr lang="ja-JP" altLang="en-US" sz="4000" b="1" dirty="0"/>
              <a:t>リハビリの６つの特徴</a:t>
            </a:r>
            <a:br>
              <a:rPr lang="en-US" altLang="ja-JP" sz="4000" b="1" dirty="0"/>
            </a:br>
            <a:r>
              <a:rPr lang="ja-JP" altLang="en-US" sz="4000" b="1" dirty="0"/>
              <a:t>④　患者が患者を良くする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0023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99E1E-6F27-5941-78AA-46CF8BC2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561912A-1768-FEF4-95A2-8E5B62057D7A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rgbClr val="FF0000"/>
                </a:solidFill>
              </a:rPr>
              <a:t>生</a:t>
            </a:r>
            <a:endParaRPr kumimoji="1" lang="en-US" altLang="ja-JP" sz="4800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rgbClr val="FF0000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A9969FD3-7A93-333C-5D34-6C26CB493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693083"/>
              </p:ext>
            </p:extLst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13A9E9-3C5F-A0CB-50F1-4F4D91F32EA4}"/>
              </a:ext>
            </a:extLst>
          </p:cNvPr>
          <p:cNvSpPr txBox="1"/>
          <p:nvPr/>
        </p:nvSpPr>
        <p:spPr>
          <a:xfrm>
            <a:off x="5434096" y="406037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53BE903-2571-95AE-4351-6A59CD7150C8}"/>
              </a:ext>
            </a:extLst>
          </p:cNvPr>
          <p:cNvSpPr txBox="1"/>
          <p:nvPr/>
        </p:nvSpPr>
        <p:spPr>
          <a:xfrm>
            <a:off x="6590973" y="3767983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F1295A-C934-AC89-A602-9D4C31D86BF8}"/>
              </a:ext>
            </a:extLst>
          </p:cNvPr>
          <p:cNvSpPr txBox="1"/>
          <p:nvPr/>
        </p:nvSpPr>
        <p:spPr>
          <a:xfrm>
            <a:off x="2754086" y="2177143"/>
            <a:ext cx="3740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「一般的な医学の流れ」</a:t>
            </a:r>
          </a:p>
        </p:txBody>
      </p:sp>
    </p:spTree>
    <p:extLst>
      <p:ext uri="{BB962C8B-B14F-4D97-AF65-F5344CB8AC3E}">
        <p14:creationId xmlns:p14="http://schemas.microsoft.com/office/powerpoint/2010/main" val="359167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17E7-48A3-B02B-4C41-D478E538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E4B04-19BD-D4DD-F0E4-3D65AA70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67333A8-B121-2ED5-2817-C4B0C5AE3C1C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52A2DCA3-456A-6A68-BEF1-82C7DA43D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063468"/>
              </p:ext>
            </p:extLst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8ACD68-64AD-062B-626D-E4B8EBC2B817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F5AA020-2F21-6C1A-B135-EDE4B7B95A81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294243B-23AD-0B73-6ABB-B89BB4D53376}"/>
              </a:ext>
            </a:extLst>
          </p:cNvPr>
          <p:cNvSpPr txBox="1"/>
          <p:nvPr/>
        </p:nvSpPr>
        <p:spPr>
          <a:xfrm>
            <a:off x="2754086" y="2177143"/>
            <a:ext cx="5258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「リハビリテーション医学の流れ」</a:t>
            </a:r>
          </a:p>
        </p:txBody>
      </p:sp>
    </p:spTree>
    <p:extLst>
      <p:ext uri="{BB962C8B-B14F-4D97-AF65-F5344CB8AC3E}">
        <p14:creationId xmlns:p14="http://schemas.microsoft.com/office/powerpoint/2010/main" val="190774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DE44-7E98-D102-182A-71387EB4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26875-5FD8-AC96-4395-DFD6CC71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14EA46C-3E37-C192-54AB-62549DA87CE4}"/>
              </a:ext>
            </a:extLst>
          </p:cNvPr>
          <p:cNvSpPr/>
          <p:nvPr/>
        </p:nvSpPr>
        <p:spPr>
          <a:xfrm>
            <a:off x="8632372" y="2177143"/>
            <a:ext cx="1277257" cy="18832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生</a:t>
            </a:r>
            <a:endParaRPr kumimoji="1" lang="en-US" altLang="ja-JP" sz="4800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accent1"/>
                </a:solidFill>
              </a:rPr>
              <a:t>活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F7BEC349-91AC-8E96-E4C2-1010B49885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161" y="2271713"/>
          <a:ext cx="8950325" cy="3997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1E37F04-0939-F02F-256E-30F60783E356}"/>
              </a:ext>
            </a:extLst>
          </p:cNvPr>
          <p:cNvSpPr txBox="1"/>
          <p:nvPr/>
        </p:nvSpPr>
        <p:spPr>
          <a:xfrm>
            <a:off x="6030686" y="445225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全身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DA4D3B4-E21B-ECE2-0270-B82A37ED253F}"/>
              </a:ext>
            </a:extLst>
          </p:cNvPr>
          <p:cNvSpPr txBox="1"/>
          <p:nvPr/>
        </p:nvSpPr>
        <p:spPr>
          <a:xfrm>
            <a:off x="7354826" y="36856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活動</a:t>
            </a:r>
            <a:endParaRPr kumimoji="1" lang="en-US" altLang="ja-JP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F2B76F5-B79B-7AE5-5EE4-CCA0B0AB2272}"/>
              </a:ext>
            </a:extLst>
          </p:cNvPr>
          <p:cNvSpPr txBox="1"/>
          <p:nvPr/>
        </p:nvSpPr>
        <p:spPr>
          <a:xfrm>
            <a:off x="1872343" y="1653923"/>
            <a:ext cx="4778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「リハビリは活動・生活に介入」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0C53EE17-9F58-B2EE-43C3-B839778F3FBE}"/>
              </a:ext>
            </a:extLst>
          </p:cNvPr>
          <p:cNvSpPr/>
          <p:nvPr/>
        </p:nvSpPr>
        <p:spPr>
          <a:xfrm>
            <a:off x="6095996" y="1556654"/>
            <a:ext cx="4408716" cy="3505201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526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83C7-C4BE-427C-1F36-9000BE1A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9D74870-0E4C-BBFF-23C4-CD65A911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リハビリテーションの</a:t>
            </a:r>
            <a:r>
              <a:rPr lang="en-US" altLang="ja-JP" dirty="0"/>
              <a:t>6</a:t>
            </a:r>
            <a:r>
              <a:rPr lang="ja-JP" altLang="en-US" dirty="0"/>
              <a:t>つの特徴</a:t>
            </a:r>
            <a:br>
              <a:rPr lang="en-US" altLang="ja-JP" dirty="0"/>
            </a:br>
            <a:endParaRPr lang="ja-JP" altLang="en-US" dirty="0"/>
          </a:p>
        </p:txBody>
      </p:sp>
      <p:sp>
        <p:nvSpPr>
          <p:cNvPr id="4" name="縦書きテキスト プレースホルダー 3">
            <a:extLst>
              <a:ext uri="{FF2B5EF4-FFF2-40B4-BE49-F238E27FC236}">
                <a16:creationId xmlns:a16="http://schemas.microsoft.com/office/drawing/2014/main" id="{6F49C7B9-5E4D-F2EC-6445-990B3B30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内科（肺炎）</a:t>
            </a:r>
            <a:r>
              <a:rPr lang="en-US" altLang="ja-JP" sz="2800" dirty="0"/>
              <a:t>	</a:t>
            </a:r>
            <a:r>
              <a:rPr lang="ja-JP" altLang="en-US" sz="2800" dirty="0"/>
              <a:t>：薬が治す</a:t>
            </a:r>
            <a:endParaRPr lang="en-US" altLang="ja-JP" sz="2800" dirty="0"/>
          </a:p>
          <a:p>
            <a:r>
              <a:rPr lang="ja-JP" altLang="en-US" sz="2800" dirty="0"/>
              <a:t>リハビリ</a:t>
            </a:r>
            <a:r>
              <a:rPr lang="en-US" altLang="ja-JP" sz="2800" dirty="0"/>
              <a:t>		</a:t>
            </a:r>
            <a:r>
              <a:rPr lang="ja-JP" altLang="en-US" sz="2800" dirty="0"/>
              <a:t>：患者が治す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410042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F84D-7C1E-C498-82F7-5B4FE739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43BEEB1-425E-B1B0-2949-F3390E4C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リハビリテーションの</a:t>
            </a:r>
            <a:r>
              <a:rPr lang="en-US" altLang="ja-JP" dirty="0"/>
              <a:t>6</a:t>
            </a:r>
            <a:r>
              <a:rPr lang="ja-JP" altLang="en-US" dirty="0"/>
              <a:t>つの特徴</a:t>
            </a:r>
            <a:br>
              <a:rPr lang="en-US" altLang="ja-JP" dirty="0"/>
            </a:br>
            <a:endParaRPr lang="ja-JP" altLang="en-US" dirty="0"/>
          </a:p>
        </p:txBody>
      </p:sp>
      <p:sp>
        <p:nvSpPr>
          <p:cNvPr id="4" name="縦書きテキスト プレースホルダー 3">
            <a:extLst>
              <a:ext uri="{FF2B5EF4-FFF2-40B4-BE49-F238E27FC236}">
                <a16:creationId xmlns:a16="http://schemas.microsoft.com/office/drawing/2014/main" id="{6DEBF5FD-2EC1-BF90-F131-511F25E2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356916"/>
            <a:ext cx="7796540" cy="3997828"/>
          </a:xfrm>
        </p:spPr>
        <p:txBody>
          <a:bodyPr>
            <a:normAutofit fontScale="92500" lnSpcReduction="10000"/>
          </a:bodyPr>
          <a:lstStyle/>
          <a:p>
            <a:endParaRPr lang="en-US" altLang="ja-JP" sz="2800" dirty="0"/>
          </a:p>
          <a:p>
            <a:r>
              <a:rPr lang="ja-JP" altLang="en-US" sz="2800" dirty="0"/>
              <a:t>治療主体＝患者</a:t>
            </a:r>
            <a:endParaRPr lang="en-US" altLang="ja-JP" sz="2800" dirty="0"/>
          </a:p>
          <a:p>
            <a:r>
              <a:rPr lang="ja-JP" altLang="en-US" sz="2800" dirty="0"/>
              <a:t>セラピスト＝コーチ</a:t>
            </a:r>
            <a:endParaRPr lang="en-US" altLang="ja-JP" sz="2800" dirty="0"/>
          </a:p>
          <a:p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モチベーションは活動量に影響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活動量が増えるほど良くなる（追加効果が減ることはある）</a:t>
            </a:r>
            <a:endParaRPr lang="en-US" altLang="ja-JP" sz="2800" dirty="0"/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E8AF5BC4-E223-37BD-9003-5101C2A3D414}"/>
              </a:ext>
            </a:extLst>
          </p:cNvPr>
          <p:cNvSpPr/>
          <p:nvPr/>
        </p:nvSpPr>
        <p:spPr>
          <a:xfrm>
            <a:off x="4114799" y="4355830"/>
            <a:ext cx="1262743" cy="402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30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2524-79A0-4A83-5FAD-DFC6F902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2F39168-2A83-8D16-9EF3-F7412FEE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リハビリテーションの</a:t>
            </a:r>
            <a:r>
              <a:rPr lang="en-US" altLang="ja-JP" dirty="0"/>
              <a:t>6</a:t>
            </a:r>
            <a:r>
              <a:rPr lang="ja-JP" altLang="en-US" dirty="0"/>
              <a:t>つの特徴</a:t>
            </a:r>
            <a:br>
              <a:rPr lang="en-US" altLang="ja-JP" dirty="0"/>
            </a:br>
            <a:endParaRPr lang="ja-JP" altLang="en-US" dirty="0"/>
          </a:p>
        </p:txBody>
      </p:sp>
      <p:sp>
        <p:nvSpPr>
          <p:cNvPr id="4" name="縦書きテキスト プレースホルダー 3">
            <a:extLst>
              <a:ext uri="{FF2B5EF4-FFF2-40B4-BE49-F238E27FC236}">
                <a16:creationId xmlns:a16="http://schemas.microsoft.com/office/drawing/2014/main" id="{3262150D-DB6E-6E48-31D0-8F32CF1E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5" y="1545773"/>
            <a:ext cx="9383486" cy="5116286"/>
          </a:xfrm>
        </p:spPr>
        <p:txBody>
          <a:bodyPr>
            <a:normAutofit fontScale="85000" lnSpcReduction="20000"/>
          </a:bodyPr>
          <a:lstStyle/>
          <a:p>
            <a:pPr marL="6160" indent="0">
              <a:buNone/>
            </a:pPr>
            <a:r>
              <a:rPr lang="ja-JP" altLang="en-US" sz="4100" dirty="0"/>
              <a:t>「歩数と死亡率は</a:t>
            </a:r>
            <a:r>
              <a:rPr lang="ja-JP" altLang="en-US" sz="4100" b="1" dirty="0"/>
              <a:t>非線形の用量反応関係」がある</a:t>
            </a:r>
            <a:endParaRPr lang="en-US" altLang="ja-JP" sz="4100" b="1" dirty="0"/>
          </a:p>
          <a:p>
            <a:pPr marL="6160" indent="0">
              <a:buNone/>
            </a:pPr>
            <a:endParaRPr lang="en-US" altLang="ja-JP" sz="2800" dirty="0"/>
          </a:p>
          <a:p>
            <a:pPr marL="6160" indent="0">
              <a:buNone/>
            </a:pPr>
            <a:br>
              <a:rPr lang="ja-JP" altLang="en-US" sz="2800" dirty="0"/>
            </a:br>
            <a:r>
              <a:rPr lang="ja-JP" altLang="en-US" sz="2600" dirty="0"/>
              <a:t>ただし頭打ちも・・・</a:t>
            </a:r>
            <a:endParaRPr lang="en-US" altLang="ja-JP" sz="2600" dirty="0"/>
          </a:p>
          <a:p>
            <a:pPr marL="6160" indent="0">
              <a:buNone/>
            </a:pPr>
            <a:r>
              <a:rPr lang="ja-JP" altLang="en-US" sz="2600" dirty="0"/>
              <a:t>高齢者</a:t>
            </a:r>
            <a:r>
              <a:rPr lang="en-US" altLang="ja-JP" sz="2600" dirty="0"/>
              <a:t>	</a:t>
            </a:r>
            <a:r>
              <a:rPr lang="ja-JP" altLang="en-US" sz="2600" dirty="0"/>
              <a:t>：＜</a:t>
            </a:r>
            <a:r>
              <a:rPr lang="en-US" altLang="ja-JP" sz="2600" dirty="0"/>
              <a:t>6,000〜8,000</a:t>
            </a:r>
            <a:r>
              <a:rPr lang="ja-JP" altLang="en-US" sz="2600" dirty="0"/>
              <a:t>歩</a:t>
            </a:r>
            <a:br>
              <a:rPr lang="ja-JP" altLang="en-US" sz="2600" dirty="0"/>
            </a:br>
            <a:r>
              <a:rPr lang="ja-JP" altLang="en-US" sz="2600" dirty="0"/>
              <a:t>若年</a:t>
            </a:r>
            <a:r>
              <a:rPr lang="en-US" altLang="ja-JP" sz="2600" dirty="0"/>
              <a:t>	</a:t>
            </a:r>
            <a:r>
              <a:rPr lang="ja-JP" altLang="en-US" sz="2600" dirty="0"/>
              <a:t>：＜</a:t>
            </a:r>
            <a:r>
              <a:rPr lang="en-US" altLang="ja-JP" sz="2600" dirty="0"/>
              <a:t>8,000〜10,000</a:t>
            </a:r>
            <a:r>
              <a:rPr lang="ja-JP" altLang="en-US" sz="2600" dirty="0"/>
              <a:t>歩</a:t>
            </a:r>
            <a:br>
              <a:rPr lang="ja-JP" altLang="en-US" sz="2600" dirty="0"/>
            </a:br>
            <a:r>
              <a:rPr lang="ja-JP" altLang="en-US" sz="2600" dirty="0"/>
              <a:t> 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sz="2800" dirty="0"/>
          </a:p>
          <a:p>
            <a:pPr marL="6160" indent="0">
              <a:buNone/>
            </a:pPr>
            <a:r>
              <a:rPr lang="en-US" altLang="ja-JP" sz="1800" dirty="0"/>
              <a:t>Paluch AE, et al.</a:t>
            </a:r>
            <a:br>
              <a:rPr lang="en-US" altLang="ja-JP" sz="1800" dirty="0"/>
            </a:br>
            <a:r>
              <a:rPr lang="en-US" altLang="ja-JP" sz="1800" dirty="0"/>
              <a:t>Daily steps and all-cause mortality: a meta-analysis of 15 international cohorts.</a:t>
            </a:r>
            <a:br>
              <a:rPr lang="en-US" altLang="ja-JP" sz="1800" dirty="0"/>
            </a:br>
            <a:r>
              <a:rPr lang="en-US" altLang="ja-JP" sz="1800" b="1" dirty="0"/>
              <a:t>Lancet Public Health. 2022</a:t>
            </a:r>
          </a:p>
          <a:p>
            <a:pPr marL="6160" indent="0">
              <a:buNone/>
            </a:pPr>
            <a:r>
              <a:rPr lang="en-US" altLang="ja-JP" sz="1800" dirty="0"/>
              <a:t>PMID</a:t>
            </a:r>
            <a:r>
              <a:rPr lang="ja-JP" altLang="en-US" sz="1800" dirty="0"/>
              <a:t>：</a:t>
            </a:r>
            <a:r>
              <a:rPr lang="en-US" altLang="ja-JP" sz="1800" b="1" dirty="0"/>
              <a:t>35247352</a:t>
            </a:r>
            <a:endParaRPr lang="en-US" altLang="ja-JP" sz="1800" dirty="0"/>
          </a:p>
        </p:txBody>
      </p:sp>
      <p:sp>
        <p:nvSpPr>
          <p:cNvPr id="10" name="円弧 9">
            <a:extLst>
              <a:ext uri="{FF2B5EF4-FFF2-40B4-BE49-F238E27FC236}">
                <a16:creationId xmlns:a16="http://schemas.microsoft.com/office/drawing/2014/main" id="{21C85E09-F813-1ACA-84D9-44E1D2648111}"/>
              </a:ext>
            </a:extLst>
          </p:cNvPr>
          <p:cNvSpPr/>
          <p:nvPr/>
        </p:nvSpPr>
        <p:spPr>
          <a:xfrm rot="10800000">
            <a:off x="7150465" y="591912"/>
            <a:ext cx="5268686" cy="4615543"/>
          </a:xfrm>
          <a:prstGeom prst="arc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0249DF4-0973-E15A-6914-FDEE1E31BC7A}"/>
              </a:ext>
            </a:extLst>
          </p:cNvPr>
          <p:cNvCxnSpPr/>
          <p:nvPr/>
        </p:nvCxnSpPr>
        <p:spPr>
          <a:xfrm>
            <a:off x="7010401" y="5530203"/>
            <a:ext cx="3537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7B62311-5D65-12C0-AE9C-1ED97428E649}"/>
              </a:ext>
            </a:extLst>
          </p:cNvPr>
          <p:cNvCxnSpPr/>
          <p:nvPr/>
        </p:nvCxnSpPr>
        <p:spPr>
          <a:xfrm flipV="1">
            <a:off x="7010400" y="2416631"/>
            <a:ext cx="0" cy="3135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016CB8-E3A5-3EEC-8557-6410D0B49EA2}"/>
              </a:ext>
            </a:extLst>
          </p:cNvPr>
          <p:cNvSpPr txBox="1"/>
          <p:nvPr/>
        </p:nvSpPr>
        <p:spPr>
          <a:xfrm>
            <a:off x="6198554" y="245186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死亡率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7EB7895-475F-BAE8-226B-2106B71B3ABC}"/>
              </a:ext>
            </a:extLst>
          </p:cNvPr>
          <p:cNvSpPr txBox="1"/>
          <p:nvPr/>
        </p:nvSpPr>
        <p:spPr>
          <a:xfrm>
            <a:off x="10019437" y="55760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歩数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D77B35E-D032-91A2-FFCB-631831B98C65}"/>
              </a:ext>
            </a:extLst>
          </p:cNvPr>
          <p:cNvCxnSpPr/>
          <p:nvPr/>
        </p:nvCxnSpPr>
        <p:spPr>
          <a:xfrm>
            <a:off x="9742711" y="5203374"/>
            <a:ext cx="107138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15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5985-E01B-11E2-B5E9-9463253C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6BC05-F81C-F298-6A47-3B38E93D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4F903E-55AF-6AA5-88CA-217CAE6A3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244967"/>
            <a:ext cx="7796540" cy="3997828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sz="2800" dirty="0"/>
              <a:t>「リハビリにおいて治療の主体は患者さん本人」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活動量を増やすことが大切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本人のやる気が必要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（</a:t>
            </a:r>
            <a:r>
              <a:rPr lang="en-US" altLang="ja-JP" dirty="0"/>
              <a:t>※</a:t>
            </a:r>
            <a:r>
              <a:rPr lang="ja-JP" altLang="en-US" dirty="0"/>
              <a:t>どんな患者さんでもやる気が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低下することもある）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やる気を引き出す工夫が必要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2B19868-0F64-9D0D-C4CA-C5CBE3F6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44" y="3115922"/>
            <a:ext cx="6574971" cy="3475669"/>
          </a:xfrm>
          <a:prstGeom prst="rect">
            <a:avLst/>
          </a:prstGeom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F66504D3-290F-7DBC-0B07-613ACC82C175}"/>
              </a:ext>
            </a:extLst>
          </p:cNvPr>
          <p:cNvSpPr/>
          <p:nvPr/>
        </p:nvSpPr>
        <p:spPr>
          <a:xfrm>
            <a:off x="1796142" y="3695481"/>
            <a:ext cx="1262743" cy="402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655F68BD-F4CA-A501-F604-112D5E9B5A1D}"/>
              </a:ext>
            </a:extLst>
          </p:cNvPr>
          <p:cNvSpPr/>
          <p:nvPr/>
        </p:nvSpPr>
        <p:spPr>
          <a:xfrm>
            <a:off x="1796141" y="5431976"/>
            <a:ext cx="1262743" cy="402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88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641F7-B5C0-6B50-A5A3-10D2518F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4567C-42C2-78A0-946C-B9A518C1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9EE80E-9EDD-8C7D-6241-06B08DE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「モチベーションは内科的要因でも低下する」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✅食事摂取量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✅排便状況（下痢など）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✅血液生化学データ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→次にラポール形成</a:t>
            </a:r>
            <a:endParaRPr lang="en-US" altLang="ja-JP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12484FCE-D776-9B26-B0C3-6439A26B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897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964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9C9D-2906-C87F-8F6E-9283D404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9FD50-94EB-D9DA-5364-AF369D7B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36EBED-EAA4-A9FA-4B77-8C48735E7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「モチベーションは内科的要因でも低下する」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例）　貧血、栄養障害（カロリー不足、たんぱく質不足）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</a:t>
            </a:r>
            <a:r>
              <a:rPr lang="ja-JP" altLang="en-US" sz="2800" dirty="0"/>
              <a:t>貧血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→運動負荷により酸素需要が高まり、各組織が酸素不足になる。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疲労感、倦怠感が出る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2AC49DCE-EAA2-54F2-45DA-711D00251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67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E72B5-A829-6FBE-413A-18C434024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0F491A-DD54-8199-4CB8-176024FE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8EACC35-5F68-EFE7-1B7E-E6C570699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「モチベーションは内科的要因でも低下する」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例）　貧血、栄養障害（カロリー不足、たんぱく質不足）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</a:t>
            </a:r>
            <a:r>
              <a:rPr lang="ja-JP" altLang="en-US" sz="2800" dirty="0"/>
              <a:t>貧血</a:t>
            </a:r>
            <a:endParaRPr lang="en-US" altLang="ja-JP" dirty="0"/>
          </a:p>
          <a:p>
            <a:pPr marL="6160" indent="0">
              <a:buNone/>
            </a:pPr>
            <a:r>
              <a:rPr lang="en-US" altLang="ja-JP" dirty="0"/>
              <a:t>Hb</a:t>
            </a:r>
            <a:r>
              <a:rPr lang="ja-JP" altLang="en-US" dirty="0"/>
              <a:t>：</a:t>
            </a:r>
            <a:r>
              <a:rPr lang="en-US" altLang="ja-JP" dirty="0"/>
              <a:t>8g/dL</a:t>
            </a:r>
          </a:p>
          <a:p>
            <a:pPr marL="6160" indent="0">
              <a:buNone/>
            </a:pPr>
            <a:r>
              <a:rPr lang="en-US" altLang="ja-JP" dirty="0" err="1"/>
              <a:t>Ht</a:t>
            </a:r>
            <a:r>
              <a:rPr lang="ja-JP" altLang="en-US" dirty="0"/>
              <a:t>：</a:t>
            </a:r>
            <a:r>
              <a:rPr lang="en-US" altLang="ja-JP" dirty="0"/>
              <a:t>30%</a:t>
            </a:r>
            <a:r>
              <a:rPr lang="ja-JP" altLang="en-US" dirty="0"/>
              <a:t>以下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6C4AD922-FC0E-E73C-9863-A4D54AF4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23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1B68-E66B-FE55-E3CE-D5141DDC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0021B1-E5F3-E9DC-1B07-852192BF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A47A13-E3F0-4A34-9678-41FA032C0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「モチベーションは内科的要因でも低下する」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例）　貧血、栄養障害（カロリー不足、たんぱく質不足）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</a:t>
            </a:r>
            <a:r>
              <a:rPr lang="ja-JP" altLang="en-US" sz="2800" dirty="0"/>
              <a:t>栄養障害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→カロリーが不足すると、筋肉組織である蛋白質・脂肪を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分解して、カロリーとして使用する。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E7EFE2C2-29D6-DB87-9B5A-DB819B9A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26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FD32-E467-092B-0648-CB0DEBBE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C6E12-101E-9A49-CCF0-22CC3E00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79CED8-3E00-0E02-9B7F-29FD44FA0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「モチベーションは内科的要因でも低下する」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例）　貧血、栄養障害（カロリー不足、たんぱく質不足）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・</a:t>
            </a:r>
            <a:r>
              <a:rPr lang="ja-JP" altLang="en-US" sz="2800" dirty="0"/>
              <a:t>栄養障害</a:t>
            </a:r>
            <a:endParaRPr lang="ja-JP" altLang="ja-JP" dirty="0"/>
          </a:p>
          <a:p>
            <a:pPr marL="6160" indent="0">
              <a:buNone/>
            </a:pPr>
            <a:r>
              <a:rPr lang="en-US" altLang="ja-JP" dirty="0"/>
              <a:t>TC : 140mg/dL</a:t>
            </a:r>
            <a:endParaRPr lang="ja-JP" altLang="ja-JP" dirty="0"/>
          </a:p>
          <a:p>
            <a:pPr marL="6160" indent="0">
              <a:buNone/>
            </a:pPr>
            <a:r>
              <a:rPr lang="en-US" altLang="ja-JP" dirty="0"/>
              <a:t>Alb</a:t>
            </a:r>
            <a:r>
              <a:rPr lang="ja-JP" altLang="ja-JP" dirty="0"/>
              <a:t>：</a:t>
            </a:r>
            <a:r>
              <a:rPr lang="en-US" altLang="ja-JP" dirty="0"/>
              <a:t>3g/dL</a:t>
            </a:r>
            <a:r>
              <a:rPr lang="ja-JP" altLang="ja-JP" dirty="0"/>
              <a:t>以下</a:t>
            </a:r>
          </a:p>
          <a:p>
            <a:pPr marL="6160" indent="0">
              <a:buNone/>
            </a:pPr>
            <a:r>
              <a:rPr lang="en-US" altLang="ja-JP" dirty="0"/>
              <a:t>TTR:10mg/dL</a:t>
            </a:r>
            <a:r>
              <a:rPr lang="ja-JP" altLang="ja-JP" dirty="0"/>
              <a:t>以下</a:t>
            </a:r>
          </a:p>
          <a:p>
            <a:pPr marL="6160" indent="0">
              <a:buNone/>
            </a:pPr>
            <a:r>
              <a:rPr lang="ja-JP" altLang="ja-JP" dirty="0"/>
              <a:t>﻿﻿</a:t>
            </a:r>
            <a:r>
              <a:rPr lang="en-US" altLang="ja-JP" dirty="0"/>
              <a:t>RBP : 2.0mg/dL</a:t>
            </a:r>
            <a:r>
              <a:rPr lang="ja-JP" altLang="ja-JP" dirty="0"/>
              <a:t>以下</a:t>
            </a:r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A62A2866-A7C1-8365-0ACB-A6C456E49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93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FCC8-701E-8F1A-71C9-8AEC77D1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35D764-AEFC-CC64-59FA-5F24FB73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2586B0-8E37-4AE7-138C-0DD30254B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「やる気低下している患者さんの離床を進めるコツ」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・傾聴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・インフォームドコンセント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・家族やキーパーソンを巻き込む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・患者さんを頻繁に褒める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sz="2800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965035EA-4D0A-3159-4073-5D0686A0E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897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47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13D5-5CBC-73A3-B530-CB50D435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64316-017E-6300-AF49-5825B14D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95CB19-0642-7389-938C-33A17E387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59167"/>
            <a:ext cx="9459686" cy="510289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「やる気低下している患者さんの離床を進めるコツ」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・傾聴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・インフォームドコンセント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★家族やキーパーソンを巻き込む</a:t>
            </a:r>
            <a:endParaRPr lang="en-US" altLang="ja-JP" sz="2800" dirty="0"/>
          </a:p>
          <a:p>
            <a:pPr marL="6160" indent="0">
              <a:buNone/>
            </a:pPr>
            <a:r>
              <a:rPr lang="ja-JP" altLang="en-US" sz="2800" dirty="0"/>
              <a:t>・患者さんを頻繁に褒める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sz="2800" dirty="0"/>
          </a:p>
        </p:txBody>
      </p:sp>
      <p:pic>
        <p:nvPicPr>
          <p:cNvPr id="3" name="図 2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E8C94B7D-5D43-7711-340C-7129B1B3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897" y="2545043"/>
            <a:ext cx="3027589" cy="41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3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41F0-A9C2-52B1-A121-46A9B68A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BF9FA-1F49-B2B9-F2CB-90740BA18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303592" cy="2268559"/>
          </a:xfrm>
        </p:spPr>
        <p:txBody>
          <a:bodyPr>
            <a:normAutofit/>
          </a:bodyPr>
          <a:lstStyle/>
          <a:p>
            <a:pPr algn="l"/>
            <a:br>
              <a:rPr lang="en-US" altLang="ja-JP" sz="4000" b="1" dirty="0"/>
            </a:br>
            <a:r>
              <a:rPr lang="ja-JP" altLang="en-US" sz="4000" b="1" dirty="0"/>
              <a:t>回復してきて活動量が増えてきた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85335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2167-7A83-BA20-41B7-352CD453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2EF9A-D712-7175-06EA-095FE2C5E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303592" cy="2268559"/>
          </a:xfrm>
        </p:spPr>
        <p:txBody>
          <a:bodyPr>
            <a:normAutofit/>
          </a:bodyPr>
          <a:lstStyle/>
          <a:p>
            <a:pPr algn="l"/>
            <a:br>
              <a:rPr lang="en-US" altLang="ja-JP" sz="4000" b="1" dirty="0"/>
            </a:br>
            <a:r>
              <a:rPr lang="ja-JP" altLang="en-US" sz="4000" b="1" dirty="0"/>
              <a:t>→転倒リスクが出てくる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37914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E7D8-83C4-56E2-9ACA-BFE24C7E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05538-88FC-A640-CD5C-15585CF0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625FFA-6D33-AE0D-710C-1024C84F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244967"/>
            <a:ext cx="7796540" cy="399782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活動量</a:t>
            </a:r>
            <a:r>
              <a:rPr lang="en-US" altLang="ja-JP" sz="2800" dirty="0"/>
              <a:t>UP</a:t>
            </a:r>
            <a:r>
              <a:rPr lang="ja-JP" altLang="en-US" sz="2800" dirty="0"/>
              <a:t>と転倒リスクはセットで考える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→「リハビリで歩くの頑張ってるから一人で行けると思って・・・」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→「ナースコール呼んでもなかなか来てくれないから・・・」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→認知症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9" name="図 8" descr="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FA97B8-A8CB-01AD-CCC6-D063FD59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670" y="3470423"/>
            <a:ext cx="3380158" cy="300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7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1F93-2BA4-DBBD-465F-51B5B981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271AE9-F4E4-F93D-7CE2-953786F5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CE2758-99D1-E729-62C4-CABAEE7AD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3" y="2244967"/>
            <a:ext cx="8882743" cy="3997828"/>
          </a:xfrm>
        </p:spPr>
        <p:txBody>
          <a:bodyPr>
            <a:normAutofit lnSpcReduction="10000"/>
          </a:bodyPr>
          <a:lstStyle/>
          <a:p>
            <a:r>
              <a:rPr lang="ja-JP" altLang="en-US" sz="2800" dirty="0"/>
              <a:t>活動量</a:t>
            </a:r>
            <a:r>
              <a:rPr lang="en-US" altLang="ja-JP" sz="2800" dirty="0"/>
              <a:t>UP</a:t>
            </a:r>
            <a:r>
              <a:rPr lang="ja-JP" altLang="en-US" sz="2800" dirty="0"/>
              <a:t>と転倒リスクはセットで考える</a:t>
            </a:r>
            <a:endParaRPr lang="en-US" altLang="ja-JP" sz="2800" dirty="0"/>
          </a:p>
          <a:p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普段（病棟）の生活・している</a:t>
            </a:r>
            <a:r>
              <a:rPr lang="en-US" altLang="ja-JP" dirty="0"/>
              <a:t>ADL</a:t>
            </a:r>
            <a:r>
              <a:rPr lang="ja-JP" altLang="en-US" dirty="0"/>
              <a:t>は看護師さんも把握している</a:t>
            </a:r>
            <a:endParaRPr lang="en-US" altLang="ja-JP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086FE438-E19F-53E0-EA16-D317955C6CC1}"/>
              </a:ext>
            </a:extLst>
          </p:cNvPr>
          <p:cNvSpPr/>
          <p:nvPr/>
        </p:nvSpPr>
        <p:spPr>
          <a:xfrm>
            <a:off x="1807029" y="3256783"/>
            <a:ext cx="2895600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/>
              <a:t>能力推定方式</a:t>
            </a:r>
            <a:endParaRPr kumimoji="1" lang="ja-JP" altLang="en-US" dirty="0"/>
          </a:p>
        </p:txBody>
      </p:sp>
      <p:sp>
        <p:nvSpPr>
          <p:cNvPr id="5" name="乗算記号 4">
            <a:extLst>
              <a:ext uri="{FF2B5EF4-FFF2-40B4-BE49-F238E27FC236}">
                <a16:creationId xmlns:a16="http://schemas.microsoft.com/office/drawing/2014/main" id="{C0B14047-3F94-DA9D-8136-033B92D1721C}"/>
              </a:ext>
            </a:extLst>
          </p:cNvPr>
          <p:cNvSpPr/>
          <p:nvPr/>
        </p:nvSpPr>
        <p:spPr>
          <a:xfrm>
            <a:off x="5209169" y="3396341"/>
            <a:ext cx="794656" cy="78377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9149E5D-789D-0F23-3B87-A55873B17E19}"/>
              </a:ext>
            </a:extLst>
          </p:cNvPr>
          <p:cNvSpPr/>
          <p:nvPr/>
        </p:nvSpPr>
        <p:spPr>
          <a:xfrm>
            <a:off x="6574963" y="3332980"/>
            <a:ext cx="2645237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/>
              <a:t>現場検証方式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B0C9A7-3DDA-D04F-B418-6159685440A6}"/>
              </a:ext>
            </a:extLst>
          </p:cNvPr>
          <p:cNvSpPr txBox="1"/>
          <p:nvPr/>
        </p:nvSpPr>
        <p:spPr>
          <a:xfrm>
            <a:off x="6498879" y="4424472"/>
            <a:ext cx="3044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buNone/>
            </a:pPr>
            <a:r>
              <a:rPr lang="ja-JP" altLang="en-US" dirty="0"/>
              <a:t>病棟で昼夜実際に行っている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している</a:t>
            </a:r>
            <a:r>
              <a:rPr lang="en-US" altLang="ja-JP" dirty="0"/>
              <a:t>ADL</a:t>
            </a:r>
            <a:r>
              <a:rPr lang="ja-JP" altLang="en-US" dirty="0"/>
              <a:t>を観察する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82BB5-239B-7FAB-BD29-ECE81F3D6B66}"/>
              </a:ext>
            </a:extLst>
          </p:cNvPr>
          <p:cNvSpPr txBox="1"/>
          <p:nvPr/>
        </p:nvSpPr>
        <p:spPr>
          <a:xfrm>
            <a:off x="1055913" y="4385119"/>
            <a:ext cx="4060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160" indent="0">
              <a:buNone/>
            </a:pPr>
            <a:r>
              <a:rPr lang="ja-JP" altLang="en-US" dirty="0"/>
              <a:t>できる</a:t>
            </a:r>
            <a:r>
              <a:rPr lang="en-US" altLang="ja-JP" dirty="0"/>
              <a:t>ADL</a:t>
            </a:r>
            <a:r>
              <a:rPr lang="ja-JP" altLang="en-US" dirty="0"/>
              <a:t>（</a:t>
            </a:r>
            <a:r>
              <a:rPr lang="en-US" altLang="ja-JP" dirty="0"/>
              <a:t>MAX</a:t>
            </a:r>
            <a:r>
              <a:rPr lang="ja-JP" altLang="en-US" dirty="0"/>
              <a:t>のパフォーマンス）から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している</a:t>
            </a:r>
            <a:r>
              <a:rPr lang="en-US" altLang="ja-JP" dirty="0"/>
              <a:t>ADL</a:t>
            </a:r>
            <a:r>
              <a:rPr lang="ja-JP" altLang="en-US" dirty="0"/>
              <a:t>を推定する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8580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5F8A-909B-F750-2478-272BEE72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D8783-FD27-F933-5549-2A1B7162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4BAC4B-D729-0C1B-89D6-5EA6B8C89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3" y="2244967"/>
            <a:ext cx="8882743" cy="399782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能力推定方式</a:t>
            </a:r>
            <a:endParaRPr lang="en-US" altLang="ja-JP" sz="2800" dirty="0"/>
          </a:p>
          <a:p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できる</a:t>
            </a:r>
            <a:r>
              <a:rPr lang="en-US" altLang="ja-JP" dirty="0"/>
              <a:t>ADL</a:t>
            </a:r>
            <a:r>
              <a:rPr lang="ja-JP" altLang="en-US" dirty="0"/>
              <a:t>（リハ中）　：歩行器歩行＝ふらつきなく</a:t>
            </a:r>
            <a:r>
              <a:rPr lang="en-US" altLang="ja-JP" dirty="0"/>
              <a:t>50</a:t>
            </a:r>
            <a:r>
              <a:rPr lang="ja-JP" altLang="en-US" dirty="0"/>
              <a:t>ｍ可能、杖歩行＝触れる介助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en-US" altLang="ja-JP" dirty="0"/>
              <a:t>	</a:t>
            </a:r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3D365C5B-9E5D-CBB0-8764-313208A29B29}"/>
              </a:ext>
            </a:extLst>
          </p:cNvPr>
          <p:cNvSpPr/>
          <p:nvPr/>
        </p:nvSpPr>
        <p:spPr>
          <a:xfrm>
            <a:off x="4299856" y="4256086"/>
            <a:ext cx="3189515" cy="7839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している</a:t>
            </a:r>
            <a:r>
              <a:rPr kumimoji="1" lang="en-US" altLang="ja-JP" dirty="0"/>
              <a:t>ADL</a:t>
            </a:r>
          </a:p>
          <a:p>
            <a:pPr algn="ctr"/>
            <a:r>
              <a:rPr kumimoji="1" lang="ja-JP" altLang="en-US" dirty="0"/>
              <a:t>を推定</a:t>
            </a:r>
          </a:p>
        </p:txBody>
      </p:sp>
      <p:pic>
        <p:nvPicPr>
          <p:cNvPr id="8" name="グラフィックス 7" descr="電球 単色塗りつぶし">
            <a:extLst>
              <a:ext uri="{FF2B5EF4-FFF2-40B4-BE49-F238E27FC236}">
                <a16:creationId xmlns:a16="http://schemas.microsoft.com/office/drawing/2014/main" id="{057D5B7F-CCEB-12E3-E07F-358B08781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2" y="5398924"/>
            <a:ext cx="914400" cy="914400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8698E5F-9C7A-E8F6-E74B-540B9127B948}"/>
              </a:ext>
            </a:extLst>
          </p:cNvPr>
          <p:cNvSpPr/>
          <p:nvPr/>
        </p:nvSpPr>
        <p:spPr>
          <a:xfrm>
            <a:off x="2950024" y="5214257"/>
            <a:ext cx="6324603" cy="138822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</a:rPr>
              <a:t>「歩行器歩行ならふらつきがなくなってきた。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bg1"/>
                </a:solidFill>
              </a:rPr>
              <a:t>普段も日中歩行器付き添い歩行なら出来そう」</a:t>
            </a:r>
          </a:p>
        </p:txBody>
      </p:sp>
    </p:spTree>
    <p:extLst>
      <p:ext uri="{BB962C8B-B14F-4D97-AF65-F5344CB8AC3E}">
        <p14:creationId xmlns:p14="http://schemas.microsoft.com/office/powerpoint/2010/main" val="547711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CD36D-843A-03A8-5850-92F9100C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859C3A-A5E7-975A-367E-B1DB59D6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0CF305-49A2-1331-E0C6-6AC0255FE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244967"/>
            <a:ext cx="10058400" cy="3997828"/>
          </a:xfrm>
        </p:spPr>
        <p:txBody>
          <a:bodyPr>
            <a:normAutofit lnSpcReduction="10000"/>
          </a:bodyPr>
          <a:lstStyle/>
          <a:p>
            <a:r>
              <a:rPr lang="ja-JP" altLang="en-US" sz="2800" dirty="0"/>
              <a:t>活動量</a:t>
            </a:r>
            <a:r>
              <a:rPr lang="en-US" altLang="ja-JP" sz="2800" dirty="0"/>
              <a:t>UP</a:t>
            </a:r>
            <a:r>
              <a:rPr lang="ja-JP" altLang="en-US" sz="2800" dirty="0"/>
              <a:t>と転倒リスクはセットで考える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r>
              <a:rPr lang="ja-JP" altLang="en-US" dirty="0"/>
              <a:t>考える事</a:t>
            </a:r>
            <a:r>
              <a:rPr lang="ja-JP" altLang="ja-JP" dirty="0"/>
              <a:t>：</a:t>
            </a:r>
            <a:r>
              <a:rPr lang="en-US" altLang="ja-JP" dirty="0"/>
              <a:t>	</a:t>
            </a:r>
            <a:r>
              <a:rPr lang="ja-JP" altLang="ja-JP" dirty="0"/>
              <a:t>歩行器をベッド横に置いておく　</a:t>
            </a:r>
            <a:r>
              <a:rPr lang="en-US" altLang="ja-JP" dirty="0"/>
              <a:t>or</a:t>
            </a:r>
            <a:r>
              <a:rPr lang="ja-JP" altLang="ja-JP" dirty="0"/>
              <a:t>　見えないところに置く</a:t>
            </a:r>
            <a:r>
              <a:rPr lang="ja-JP" altLang="en-US" dirty="0"/>
              <a:t>（歩行見守りなど）</a:t>
            </a:r>
            <a:endParaRPr lang="ja-JP" altLang="ja-JP" dirty="0"/>
          </a:p>
          <a:p>
            <a:pPr marL="6160" indent="0">
              <a:buNone/>
            </a:pPr>
            <a:r>
              <a:rPr lang="en-US" altLang="ja-JP" dirty="0"/>
              <a:t>		</a:t>
            </a:r>
            <a:r>
              <a:rPr lang="ja-JP" altLang="ja-JP" dirty="0"/>
              <a:t>センサー対応（看護師）</a:t>
            </a:r>
            <a:endParaRPr lang="en-US" altLang="ja-JP" dirty="0"/>
          </a:p>
          <a:p>
            <a:pPr marL="616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認知症の有無は？</a:t>
            </a:r>
            <a:endParaRPr lang="en-US" altLang="ja-JP" dirty="0"/>
          </a:p>
          <a:p>
            <a:pPr marL="616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転倒歴は？</a:t>
            </a:r>
            <a:endParaRPr lang="en-US" altLang="ja-JP" dirty="0"/>
          </a:p>
          <a:p>
            <a:pPr marL="6160" indent="0">
              <a:buNone/>
            </a:pPr>
            <a:r>
              <a:rPr lang="en-US" altLang="ja-JP" dirty="0"/>
              <a:t>	</a:t>
            </a:r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9" name="図 8" descr="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C5F86D6-DC83-8A9F-603F-6F64E5727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099" y="3853415"/>
            <a:ext cx="3380158" cy="300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36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33E3-6AAD-4BF1-7234-FCCDE68C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76025-D1CC-2618-6E40-5A0B0B68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C9CFFE-E1F7-3EC1-315D-486A3F8A0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244967"/>
            <a:ext cx="7796540" cy="399782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活動量</a:t>
            </a:r>
            <a:r>
              <a:rPr lang="en-US" altLang="ja-JP" sz="2800" dirty="0"/>
              <a:t>UP</a:t>
            </a:r>
            <a:r>
              <a:rPr lang="ja-JP" altLang="en-US" sz="2800" dirty="0"/>
              <a:t>　</a:t>
            </a:r>
            <a:r>
              <a:rPr lang="en-US" altLang="ja-JP" sz="2800" dirty="0"/>
              <a:t>VS</a:t>
            </a:r>
            <a:r>
              <a:rPr lang="ja-JP" altLang="en-US" sz="2800" dirty="0"/>
              <a:t>　転倒リスク管理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9" name="図 8" descr="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CDFB0F2-4A04-C11C-9358-7377F77E4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25" y="3429000"/>
            <a:ext cx="3380158" cy="300458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84505F-4397-BCD1-0BA4-5FDF32101B5C}"/>
              </a:ext>
            </a:extLst>
          </p:cNvPr>
          <p:cNvSpPr txBox="1"/>
          <p:nvPr/>
        </p:nvSpPr>
        <p:spPr>
          <a:xfrm>
            <a:off x="1317172" y="3874549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転倒リスクを０にはできない</a:t>
            </a:r>
          </a:p>
        </p:txBody>
      </p:sp>
    </p:spTree>
    <p:extLst>
      <p:ext uri="{BB962C8B-B14F-4D97-AF65-F5344CB8AC3E}">
        <p14:creationId xmlns:p14="http://schemas.microsoft.com/office/powerpoint/2010/main" val="4054182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E796-6D49-AC88-B56A-90D40EAD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8C223-5AD4-FB4E-4258-0B91E144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69F234-B9F7-4365-36DF-A80C7EDF9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244967"/>
            <a:ext cx="7796540" cy="399782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でも、絶対に転ばない方法もある</a:t>
            </a: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9" name="図 8" descr="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7262582-1EF4-9070-0025-AD433C9E9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25" y="3429000"/>
            <a:ext cx="3380158" cy="300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64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7279-225E-8E37-D684-1E90B6B9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42F48-EF30-9BDF-5295-63EEB1EC9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④　患者が患者を良くする</a:t>
            </a:r>
            <a:endParaRPr kumimoji="1" lang="ja-JP" altLang="en-US" sz="40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4915B2-BE7E-0C45-E20B-68096D8D5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4" y="2244967"/>
            <a:ext cx="7796540" cy="399782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絶対に転ばない方法</a:t>
            </a:r>
            <a:endParaRPr lang="en-US" altLang="ja-JP" dirty="0"/>
          </a:p>
          <a:p>
            <a:pPr marL="6160" indent="0">
              <a:buNone/>
            </a:pPr>
            <a:r>
              <a:rPr lang="ja-JP" altLang="en-US" sz="2800" dirty="0"/>
              <a:t>→ベッドに拘束して寝かせておく。</a:t>
            </a:r>
            <a:endParaRPr lang="en-US" altLang="ja-JP" sz="2800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  <a:p>
            <a:pPr marL="6160" indent="0">
              <a:buNone/>
            </a:pP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E63375-8490-EC72-78F0-26A476BCC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1" y="2264228"/>
            <a:ext cx="4593771" cy="4593771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F26D704E-27EC-CB69-2643-19997F3248E8}"/>
              </a:ext>
            </a:extLst>
          </p:cNvPr>
          <p:cNvSpPr/>
          <p:nvPr/>
        </p:nvSpPr>
        <p:spPr>
          <a:xfrm>
            <a:off x="2797628" y="4076483"/>
            <a:ext cx="1262743" cy="402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2719B2F-9309-E05A-75A0-31AB77001306}"/>
              </a:ext>
            </a:extLst>
          </p:cNvPr>
          <p:cNvSpPr/>
          <p:nvPr/>
        </p:nvSpPr>
        <p:spPr>
          <a:xfrm>
            <a:off x="1132113" y="4664394"/>
            <a:ext cx="6281058" cy="15784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活動量</a:t>
            </a:r>
            <a:r>
              <a:rPr kumimoji="1" lang="en-US" altLang="ja-JP" sz="2800" dirty="0"/>
              <a:t>UP</a:t>
            </a:r>
            <a:r>
              <a:rPr kumimoji="1" lang="ja-JP" altLang="en-US" sz="2800" dirty="0"/>
              <a:t>→転倒リスク</a:t>
            </a:r>
            <a:r>
              <a:rPr kumimoji="1" lang="en-US" altLang="ja-JP" sz="2800" dirty="0"/>
              <a:t>UP</a:t>
            </a:r>
          </a:p>
          <a:p>
            <a:pPr algn="ctr"/>
            <a:r>
              <a:rPr kumimoji="1" lang="ja-JP" altLang="en-US" sz="2800" dirty="0"/>
              <a:t>本人・家族にも理解してもらう（もらえる）</a:t>
            </a:r>
          </a:p>
        </p:txBody>
      </p:sp>
    </p:spTree>
    <p:extLst>
      <p:ext uri="{BB962C8B-B14F-4D97-AF65-F5344CB8AC3E}">
        <p14:creationId xmlns:p14="http://schemas.microsoft.com/office/powerpoint/2010/main" val="1106254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2056</TotalTime>
  <Words>1009</Words>
  <Application>Microsoft Office PowerPoint</Application>
  <PresentationFormat>ワイド画面</PresentationFormat>
  <Paragraphs>186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3" baseType="lpstr">
      <vt:lpstr>Arial</vt:lpstr>
      <vt:lpstr>MS Shell Dlg 2</vt:lpstr>
      <vt:lpstr>Wingdings</vt:lpstr>
      <vt:lpstr>Wingdings 3</vt:lpstr>
      <vt:lpstr>マディソン</vt:lpstr>
      <vt:lpstr>はじめての リハビリテーション医学  ～リハビリは活動の医学～</vt:lpstr>
      <vt:lpstr>はじめての リハビリテーション医学  ～リハビリの６つの特徴～</vt:lpstr>
      <vt:lpstr>リハビリテーションの6つの特徴</vt:lpstr>
      <vt:lpstr>リハビリテーションの6つの特徴 </vt:lpstr>
      <vt:lpstr> リハビリの６つの特徴 ④　患者が患者を良くする</vt:lpstr>
      <vt:lpstr>④　患者が患者を良くする</vt:lpstr>
      <vt:lpstr>④　患者が患者を良くする</vt:lpstr>
      <vt:lpstr>④　患者が患者を良くする</vt:lpstr>
      <vt:lpstr>リハビリテーションの6つの特徴 </vt:lpstr>
      <vt:lpstr>リハビリテーションの6つの特徴 </vt:lpstr>
      <vt:lpstr>リハビリテーションの6つの特徴 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 回復してきて活動量が増えてきた</vt:lpstr>
      <vt:lpstr> →転倒リスクが出てくる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  <vt:lpstr>④　患者が患者を良くする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大地 小川</dc:creator>
  <cp:lastModifiedBy>大地 小川</cp:lastModifiedBy>
  <cp:revision>2</cp:revision>
  <dcterms:created xsi:type="dcterms:W3CDTF">2025-07-27T05:42:24Z</dcterms:created>
  <dcterms:modified xsi:type="dcterms:W3CDTF">2026-03-01T14:24:23Z</dcterms:modified>
</cp:coreProperties>
</file>